
<file path=[Content_Types].xml><?xml version="1.0" encoding="utf-8"?>
<Types xmlns="http://schemas.openxmlformats.org/package/2006/content-types">
  <Default Extension="emf" ContentType="image/x-emf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customXml/itemProps4.xml" ContentType="application/vnd.openxmlformats-officedocument.customXmlProperties+xml"/>
  <Override PartName="/customXml/itemProps5.xml" ContentType="application/vnd.openxmlformats-officedocument.customXmlProperties+xml"/>
  <Override PartName="/docMetadata/LabelInfo.xml" ContentType="application/vnd.ms-office.classificationlabels+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changesInfos/changesInfo1.xml" ContentType="application/vnd.ms-powerpoint.changesinfo+xml"/>
  <Override PartName="/ppt/charts/chart1.xml" ContentType="application/vnd.openxmlformats-officedocument.drawingml.chart+xml"/>
  <Override PartName="/ppt/commentAuthors.xml" ContentType="application/vnd.openxmlformats-officedocument.presentationml.commentAuthors+xml"/>
  <Override PartName="/ppt/handoutMasters/handoutMaster1.xml" ContentType="application/vnd.openxmlformats-officedocument.presentationml.handoutMaster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revisionInfo.xml" ContentType="application/vnd.ms-powerpoint.revisioninfo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ags/tag1.xml" ContentType="application/vnd.openxmlformats-officedocument.presentationml.tags+xml"/>
  <Override PartName="/ppt/tags/tag2.xml" ContentType="application/vnd.openxmlformats-officedocument.presentationml.tag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Relationship Id="rId5" Type="http://schemas.openxmlformats.org/officeDocument/2006/relationships/custom-properties" Target="docProps/custom.xml"/><Relationship Id="rId6" Type="http://schemas.microsoft.com/office/2020/02/relationships/classificationlabels" Target="docMetadata/LabelInfo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autoCompressPictures="0">
  <p:sldMasterIdLst>
    <p:sldMasterId id="2147484229" r:id="rId6"/>
  </p:sldMasterIdLst>
  <p:notesMasterIdLst>
    <p:notesMasterId r:id="rId8"/>
  </p:notesMasterIdLst>
  <p:handoutMasterIdLst>
    <p:handoutMasterId r:id="rId9"/>
  </p:handoutMasterIdLst>
  <p:sldIdLst>
    <p:sldId id="285" r:id="rId7"/>
  </p:sldIdLst>
  <p:sldSz cx="12192000" cy="6858000"/>
  <p:notesSz cx="6858000" cy="9144000"/>
  <p:defaultTextStyle>
    <a:defPPr>
      <a:defRPr lang="en-US"/>
    </a:defPPr>
    <a:lvl1pPr marL="0" algn="l" defTabSz="914367" rtl="0" eaLnBrk="1" latinLnBrk="0" hangingPunct="1">
      <a:defRPr sz="1765" kern="1200">
        <a:solidFill>
          <a:schemeClr val="tx1"/>
        </a:solidFill>
        <a:latin typeface="+mn-lt"/>
        <a:ea typeface="+mn-ea"/>
        <a:cs typeface="+mn-cs"/>
      </a:defRPr>
    </a:lvl1pPr>
    <a:lvl2pPr marL="457183" algn="l" defTabSz="914367" rtl="0" eaLnBrk="1" latinLnBrk="0" hangingPunct="1">
      <a:defRPr sz="1765" kern="1200">
        <a:solidFill>
          <a:schemeClr val="tx1"/>
        </a:solidFill>
        <a:latin typeface="+mn-lt"/>
        <a:ea typeface="+mn-ea"/>
        <a:cs typeface="+mn-cs"/>
      </a:defRPr>
    </a:lvl2pPr>
    <a:lvl3pPr marL="914367" algn="l" defTabSz="914367" rtl="0" eaLnBrk="1" latinLnBrk="0" hangingPunct="1">
      <a:defRPr sz="1765" kern="1200">
        <a:solidFill>
          <a:schemeClr val="tx1"/>
        </a:solidFill>
        <a:latin typeface="+mn-lt"/>
        <a:ea typeface="+mn-ea"/>
        <a:cs typeface="+mn-cs"/>
      </a:defRPr>
    </a:lvl3pPr>
    <a:lvl4pPr marL="1371550" algn="l" defTabSz="914367" rtl="0" eaLnBrk="1" latinLnBrk="0" hangingPunct="1">
      <a:defRPr sz="1765" kern="1200">
        <a:solidFill>
          <a:schemeClr val="tx1"/>
        </a:solidFill>
        <a:latin typeface="+mn-lt"/>
        <a:ea typeface="+mn-ea"/>
        <a:cs typeface="+mn-cs"/>
      </a:defRPr>
    </a:lvl4pPr>
    <a:lvl5pPr marL="1828734" algn="l" defTabSz="914367" rtl="0" eaLnBrk="1" latinLnBrk="0" hangingPunct="1">
      <a:defRPr sz="1765" kern="1200">
        <a:solidFill>
          <a:schemeClr val="tx1"/>
        </a:solidFill>
        <a:latin typeface="+mn-lt"/>
        <a:ea typeface="+mn-ea"/>
        <a:cs typeface="+mn-cs"/>
      </a:defRPr>
    </a:lvl5pPr>
    <a:lvl6pPr marL="2285918" algn="l" defTabSz="914367" rtl="0" eaLnBrk="1" latinLnBrk="0" hangingPunct="1">
      <a:defRPr sz="1765" kern="1200">
        <a:solidFill>
          <a:schemeClr val="tx1"/>
        </a:solidFill>
        <a:latin typeface="+mn-lt"/>
        <a:ea typeface="+mn-ea"/>
        <a:cs typeface="+mn-cs"/>
      </a:defRPr>
    </a:lvl6pPr>
    <a:lvl7pPr marL="2743101" algn="l" defTabSz="914367" rtl="0" eaLnBrk="1" latinLnBrk="0" hangingPunct="1">
      <a:defRPr sz="1765" kern="1200">
        <a:solidFill>
          <a:schemeClr val="tx1"/>
        </a:solidFill>
        <a:latin typeface="+mn-lt"/>
        <a:ea typeface="+mn-ea"/>
        <a:cs typeface="+mn-cs"/>
      </a:defRPr>
    </a:lvl7pPr>
    <a:lvl8pPr marL="3200284" algn="l" defTabSz="914367" rtl="0" eaLnBrk="1" latinLnBrk="0" hangingPunct="1">
      <a:defRPr sz="1765" kern="1200">
        <a:solidFill>
          <a:schemeClr val="tx1"/>
        </a:solidFill>
        <a:latin typeface="+mn-lt"/>
        <a:ea typeface="+mn-ea"/>
        <a:cs typeface="+mn-cs"/>
      </a:defRPr>
    </a:lvl8pPr>
    <a:lvl9pPr marL="3657469" algn="l" defTabSz="914367" rtl="0" eaLnBrk="1" latinLnBrk="0" hangingPunct="1">
      <a:defRPr sz="1765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>
        <p15:guide id="1" orient="horz" pos="2880" userDrawn="1">
          <p15:clr>
            <a:srgbClr val="A4A3A4"/>
          </p15:clr>
        </p15:guide>
        <p15:guide id="2" pos="2160" userDrawn="1">
          <p15:clr>
            <a:srgbClr val="A4A3A4"/>
          </p15:clr>
        </p15:guide>
      </p15:notesGuideLst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0" name="Saku Uchikawa" initials="SU" lastIdx="11" clrIdx="0"/>
  <p:cmAuthor id="1" name="Mary Feil-Jacobs" initials="MFJ" lastIdx="43" clrIdx="1"/>
  <p:cmAuthor id="2" name="Monica Lueder" initials="ML" lastIdx="22" clrIdx="2">
    <p:extLst>
      <p:ext uri="{19B8F6BF-5375-455C-9EA6-DF929625EA0E}">
        <p15:presenceInfo xmlns:p15="http://schemas.microsoft.com/office/powerpoint/2012/main" userId="S-1-5-21-2127521184-1604012920-1887927527-2598260" providerId="AD"/>
      </p:ext>
    </p:extLst>
  </p:cmAuthor>
  <p:cmAuthor id="3" name="Mary Feil-Jacobs" initials="MF" lastIdx="28" clrIdx="3">
    <p:extLst>
      <p:ext uri="{19B8F6BF-5375-455C-9EA6-DF929625EA0E}">
        <p15:presenceInfo xmlns:p15="http://schemas.microsoft.com/office/powerpoint/2012/main" userId="S-1-5-21-2127521184-1604012920-1887927527-65006" providerId="AD"/>
      </p:ext>
    </p:extLst>
  </p:cmAuthor>
  <p:cmAuthor id="4" name="Tracy Tran" initials="TT" lastIdx="9" clrIdx="4">
    <p:extLst>
      <p:ext uri="{19B8F6BF-5375-455C-9EA6-DF929625EA0E}">
        <p15:presenceInfo xmlns:p15="http://schemas.microsoft.com/office/powerpoint/2012/main" userId="S::tracyt@microsoft.com::7b485f56-8fe8-4efc-a1b3-85e720327ac5" providerId="AD"/>
      </p:ext>
    </p:extLst>
  </p:cmAuthor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8D8C95"/>
    <a:srgbClr val="007C97"/>
    <a:srgbClr val="00A8D0"/>
    <a:srgbClr val="FFFF99"/>
    <a:srgbClr val="0CBEA9"/>
    <a:srgbClr val="EFE125"/>
    <a:srgbClr val="000000"/>
    <a:srgbClr val="262626"/>
    <a:srgbClr val="131313"/>
    <a:srgbClr val="242428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76C4D71A-E7F1-4ECD-BF23-D288866E6459}" v="49" dt="2026-10-28T10:01:34.168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7DF18680-E054-41AD-8BC1-D1AEF772440D}" styleName="Medium Style 2 - Accent 5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5">
              <a:tint val="20000"/>
            </a:schemeClr>
          </a:solidFill>
        </a:fill>
      </a:tcStyle>
    </a:wholeTbl>
    <a:band1H>
      <a:tcStyle>
        <a:tcBdr/>
        <a:fill>
          <a:solidFill>
            <a:schemeClr val="accent5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5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5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5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5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5"/>
          </a:solidFill>
        </a:fill>
      </a:tcStyle>
    </a:firstRow>
  </a:tblStyle>
  <a:tblStyle styleId="{08FB837D-C827-4EFA-A057-4D05807E0F7C}" styleName="Themed Style 1 - Accent 6">
    <a:tblBg>
      <a:fillRef idx="2">
        <a:schemeClr val="accent6"/>
      </a:fillRef>
      <a:effectRef idx="1">
        <a:schemeClr val="accent6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6"/>
            </a:lnRef>
          </a:left>
          <a:right>
            <a:lnRef idx="1">
              <a:schemeClr val="accent6"/>
            </a:lnRef>
          </a:right>
          <a:top>
            <a:lnRef idx="1">
              <a:schemeClr val="accent6"/>
            </a:lnRef>
          </a:top>
          <a:bottom>
            <a:lnRef idx="1">
              <a:schemeClr val="accent6"/>
            </a:lnRef>
          </a:bottom>
          <a:insideH>
            <a:lnRef idx="1">
              <a:schemeClr val="accent6"/>
            </a:lnRef>
          </a:insideH>
          <a:insideV>
            <a:lnRef idx="1">
              <a:schemeClr val="accent6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6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6"/>
            </a:lnRef>
          </a:top>
          <a:bottom>
            <a:lnRef idx="1">
              <a:schemeClr val="accent6"/>
            </a:lnRef>
          </a:bottom>
        </a:tcBdr>
        <a:fill>
          <a:solidFill>
            <a:schemeClr val="accent6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6"/>
            </a:lnRef>
          </a:left>
          <a:right>
            <a:lnRef idx="1">
              <a:schemeClr val="accent6"/>
            </a:lnRef>
          </a:right>
          <a:top>
            <a:lnRef idx="1">
              <a:schemeClr val="accent6"/>
            </a:lnRef>
          </a:top>
          <a:bottom>
            <a:lnRef idx="1">
              <a:schemeClr val="accent6"/>
            </a:lnRef>
          </a:bottom>
          <a:insideH>
            <a:lnRef idx="1">
              <a:schemeClr val="accent6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6"/>
            </a:lnRef>
          </a:left>
          <a:right>
            <a:lnRef idx="2">
              <a:schemeClr val="accent6"/>
            </a:lnRef>
          </a:right>
          <a:top>
            <a:lnRef idx="1">
              <a:schemeClr val="accent6"/>
            </a:lnRef>
          </a:top>
          <a:bottom>
            <a:lnRef idx="1">
              <a:schemeClr val="accent6"/>
            </a:lnRef>
          </a:bottom>
          <a:insideH>
            <a:lnRef idx="1">
              <a:schemeClr val="accent6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6"/>
            </a:lnRef>
          </a:left>
          <a:right>
            <a:lnRef idx="1">
              <a:schemeClr val="accent6"/>
            </a:lnRef>
          </a:right>
          <a:top>
            <a:lnRef idx="2">
              <a:schemeClr val="accent6"/>
            </a:lnRef>
          </a:top>
          <a:bottom>
            <a:lnRef idx="2">
              <a:schemeClr val="accent6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6"/>
            </a:lnRef>
          </a:left>
          <a:right>
            <a:lnRef idx="1">
              <a:schemeClr val="accent6"/>
            </a:lnRef>
          </a:right>
          <a:top>
            <a:lnRef idx="1">
              <a:schemeClr val="accent6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6"/>
          </a:solidFill>
        </a:fill>
      </a:tcStyle>
    </a:firstRow>
  </a:tblStyle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21E4AEA4-8DFA-4A89-87EB-49C32662AFE0}" styleName="Medium Style 2 - Accent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2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2"/>
          </a:solidFill>
        </a:fill>
      </a:tcStyle>
    </a:firstRow>
  </a:tblStyle>
  <a:tblStyle styleId="{00A15C55-8517-42AA-B614-E9B94910E393}" styleName="Medium Style 2 - Accent 4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4">
              <a:tint val="20000"/>
            </a:schemeClr>
          </a:solidFill>
        </a:fill>
      </a:tcStyle>
    </a:wholeTbl>
    <a:band1H>
      <a:tcStyle>
        <a:tcBdr/>
        <a:fill>
          <a:solidFill>
            <a:schemeClr val="accent4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4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4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4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4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4"/>
          </a:solidFill>
        </a:fill>
      </a:tcStyle>
    </a:firstRow>
  </a:tblStyle>
  <a:tblStyle styleId="{073A0DAA-6AF3-43AB-8588-CEC1D06C72B9}" styleName="Medium Style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  <a:tblStyle styleId="{93296810-A885-4BE3-A3E7-6D5BEEA58F35}" styleName="Medium Style 2 - Accent 6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6">
              <a:tint val="20000"/>
            </a:schemeClr>
          </a:solidFill>
        </a:fill>
      </a:tcStyle>
    </a:wholeTbl>
    <a:band1H>
      <a:tcStyle>
        <a:tcBdr/>
        <a:fill>
          <a:solidFill>
            <a:schemeClr val="accent6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6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6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6"/>
          </a:solidFill>
        </a:fill>
      </a:tcStyle>
    </a:firstRow>
  </a:tblStyle>
  <a:tblStyle styleId="{EB344D84-9AFB-497E-A393-DC336BA19D2E}" styleName="Medium Style 3 - Accent 3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25400" cmpd="sng">
              <a:solidFill>
                <a:schemeClr val="dk1"/>
              </a:solidFill>
            </a:ln>
          </a:top>
          <a:bottom>
            <a:ln w="25400" cmpd="sng">
              <a:solidFill>
                <a:schemeClr val="dk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3"/>
          </a:solidFill>
        </a:fill>
      </a:tcStyle>
    </a:lastCol>
    <a:fir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3"/>
          </a:solidFill>
        </a:fill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seCell>
      <a:tcTxStyle b="on">
        <a:fontRef idx="minor">
          <a:scrgbClr r="0" g="0" b="0"/>
        </a:fontRef>
        <a:schemeClr val="dk1"/>
      </a:tcTxStyle>
      <a:tcStyle>
        <a:tcBdr/>
      </a:tcStyle>
    </a:seCell>
    <a:swCell>
      <a:tcTxStyle b="on">
        <a:fontRef idx="minor">
          <a:scrgbClr r="0" g="0" b="0"/>
        </a:fontRef>
        <a:schemeClr val="dk1"/>
      </a:tcTxStyle>
      <a:tcStyle>
        <a:tcBdr/>
      </a:tcStyle>
    </a:swCell>
    <a:firstRow>
      <a:tcTxStyle b="on">
        <a:fontRef idx="minor">
          <a:scrgbClr r="0" g="0" b="0"/>
        </a:fontRef>
        <a:schemeClr val="lt1"/>
      </a:tcTxStyle>
      <a:tcStyle>
        <a:tcBdr>
          <a:bottom>
            <a:ln w="25400" cmpd="sng">
              <a:solidFill>
                <a:schemeClr val="dk1"/>
              </a:solidFill>
            </a:ln>
          </a:bottom>
        </a:tcBdr>
        <a:fill>
          <a:solidFill>
            <a:schemeClr val="accent3"/>
          </a:solidFill>
        </a:fill>
      </a:tcStyle>
    </a:firstRow>
  </a:tblStyle>
  <a:tblStyle styleId="{85BE263C-DBD7-4A20-BB59-AAB30ACAA65A}" styleName="Medium Style 3 - Accent 2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25400" cmpd="sng">
              <a:solidFill>
                <a:schemeClr val="dk1"/>
              </a:solidFill>
            </a:ln>
          </a:top>
          <a:bottom>
            <a:ln w="25400" cmpd="sng">
              <a:solidFill>
                <a:schemeClr val="dk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seCell>
      <a:tcTxStyle b="on">
        <a:fontRef idx="minor">
          <a:scrgbClr r="0" g="0" b="0"/>
        </a:fontRef>
        <a:schemeClr val="dk1"/>
      </a:tcTxStyle>
      <a:tcStyle>
        <a:tcBdr/>
      </a:tcStyle>
    </a:seCell>
    <a:swCell>
      <a:tcTxStyle b="on">
        <a:fontRef idx="minor">
          <a:scrgbClr r="0" g="0" b="0"/>
        </a:fontRef>
        <a:schemeClr val="dk1"/>
      </a:tcTxStyle>
      <a:tcStyle>
        <a:tcBdr/>
      </a:tcStyle>
    </a:swCell>
    <a:firstRow>
      <a:tcTxStyle b="on">
        <a:fontRef idx="minor">
          <a:scrgbClr r="0" g="0" b="0"/>
        </a:fontRef>
        <a:schemeClr val="lt1"/>
      </a:tcTxStyle>
      <a:tcStyle>
        <a:tcBdr>
          <a:bottom>
            <a:ln w="25400" cmpd="sng">
              <a:solidFill>
                <a:schemeClr val="dk1"/>
              </a:solidFill>
            </a:ln>
          </a:bottom>
        </a:tcBdr>
        <a:fill>
          <a:solidFill>
            <a:schemeClr val="accent2"/>
          </a:solidFill>
        </a:fill>
      </a:tcStyle>
    </a:firstRow>
  </a:tblStyle>
  <a:tblStyle styleId="{EB9631B5-78F2-41C9-869B-9F39066F8104}" styleName="Medium Style 3 - Accent 4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25400" cmpd="sng">
              <a:solidFill>
                <a:schemeClr val="dk1"/>
              </a:solidFill>
            </a:ln>
          </a:top>
          <a:bottom>
            <a:ln w="25400" cmpd="sng">
              <a:solidFill>
                <a:schemeClr val="dk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4"/>
          </a:solidFill>
        </a:fill>
      </a:tcStyle>
    </a:lastCol>
    <a:fir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4"/>
          </a:solidFill>
        </a:fill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seCell>
      <a:tcTxStyle b="on">
        <a:fontRef idx="minor">
          <a:scrgbClr r="0" g="0" b="0"/>
        </a:fontRef>
        <a:schemeClr val="dk1"/>
      </a:tcTxStyle>
      <a:tcStyle>
        <a:tcBdr/>
      </a:tcStyle>
    </a:seCell>
    <a:swCell>
      <a:tcTxStyle b="on">
        <a:fontRef idx="minor">
          <a:scrgbClr r="0" g="0" b="0"/>
        </a:fontRef>
        <a:schemeClr val="dk1"/>
      </a:tcTxStyle>
      <a:tcStyle>
        <a:tcBdr/>
      </a:tcStyle>
    </a:swCell>
    <a:firstRow>
      <a:tcTxStyle b="on">
        <a:fontRef idx="minor">
          <a:scrgbClr r="0" g="0" b="0"/>
        </a:fontRef>
        <a:schemeClr val="lt1"/>
      </a:tcTxStyle>
      <a:tcStyle>
        <a:tcBdr>
          <a:bottom>
            <a:ln w="25400" cmpd="sng">
              <a:solidFill>
                <a:schemeClr val="dk1"/>
              </a:solidFill>
            </a:ln>
          </a:bottom>
        </a:tcBdr>
        <a:fill>
          <a:solidFill>
            <a:schemeClr val="accent4"/>
          </a:solidFill>
        </a:fill>
      </a:tcStyle>
    </a:firstRow>
  </a:tblStyle>
  <a:tblStyle styleId="{2A488322-F2BA-4B5B-9748-0D474271808F}" styleName="Medium Style 3 - Accent 6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25400" cmpd="sng">
              <a:solidFill>
                <a:schemeClr val="dk1"/>
              </a:solidFill>
            </a:ln>
          </a:top>
          <a:bottom>
            <a:ln w="25400" cmpd="sng">
              <a:solidFill>
                <a:schemeClr val="dk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6"/>
          </a:solidFill>
        </a:fill>
      </a:tcStyle>
    </a:lastCol>
    <a:fir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6"/>
          </a:solidFill>
        </a:fill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seCell>
      <a:tcTxStyle b="on">
        <a:fontRef idx="minor">
          <a:scrgbClr r="0" g="0" b="0"/>
        </a:fontRef>
        <a:schemeClr val="dk1"/>
      </a:tcTxStyle>
      <a:tcStyle>
        <a:tcBdr/>
      </a:tcStyle>
    </a:seCell>
    <a:swCell>
      <a:tcTxStyle b="on">
        <a:fontRef idx="minor">
          <a:scrgbClr r="0" g="0" b="0"/>
        </a:fontRef>
        <a:schemeClr val="dk1"/>
      </a:tcTxStyle>
      <a:tcStyle>
        <a:tcBdr/>
      </a:tcStyle>
    </a:swCell>
    <a:firstRow>
      <a:tcTxStyle b="on">
        <a:fontRef idx="minor">
          <a:scrgbClr r="0" g="0" b="0"/>
        </a:fontRef>
        <a:schemeClr val="lt1"/>
      </a:tcTxStyle>
      <a:tcStyle>
        <a:tcBdr>
          <a:bottom>
            <a:ln w="25400" cmpd="sng">
              <a:solidFill>
                <a:schemeClr val="dk1"/>
              </a:solidFill>
            </a:ln>
          </a:bottom>
        </a:tcBdr>
        <a:fill>
          <a:solidFill>
            <a:schemeClr val="accent6"/>
          </a:solidFill>
        </a:fill>
      </a:tcStyle>
    </a:firstRow>
  </a:tblStyle>
  <a:tblStyle styleId="{E8034E78-7F5D-4C2E-B375-FC64B27BC917}" styleName="Dark Style 1">
    <a:wholeTbl>
      <a:tcTxStyle>
        <a:fontRef idx="minor">
          <a:scrgbClr r="0" g="0" b="0"/>
        </a:fontRef>
        <a:schemeClr val="lt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lastCol>
      <a:tcTxStyle b="on"/>
      <a:tcStyle>
        <a:tcBdr>
          <a:left>
            <a:ln w="25400" cmpd="sng">
              <a:solidFill>
                <a:schemeClr val="lt1"/>
              </a:solidFill>
            </a:ln>
          </a:left>
        </a:tcBdr>
        <a:fill>
          <a:solidFill>
            <a:schemeClr val="dk1">
              <a:tint val="60000"/>
            </a:schemeClr>
          </a:solidFill>
        </a:fill>
      </a:tcStyle>
    </a:lastCol>
    <a:firstCol>
      <a:tcTxStyle b="on"/>
      <a:tcStyle>
        <a:tcBdr>
          <a:right>
            <a:ln w="25400" cmpd="sng">
              <a:solidFill>
                <a:schemeClr val="lt1"/>
              </a:solidFill>
            </a:ln>
          </a:right>
        </a:tcBdr>
        <a:fill>
          <a:solidFill>
            <a:schemeClr val="dk1">
              <a:tint val="60000"/>
            </a:schemeClr>
          </a:solidFill>
        </a:fill>
      </a:tcStyle>
    </a:firstCol>
    <a:lastRow>
      <a:tcTxStyle b="on"/>
      <a:tcStyle>
        <a:tcBdr>
          <a:top>
            <a:ln w="25400" cmpd="sng">
              <a:solidFill>
                <a:schemeClr val="lt1"/>
              </a:solidFill>
            </a:ln>
          </a:top>
        </a:tcBdr>
        <a:fill>
          <a:solidFill>
            <a:schemeClr val="dk1">
              <a:tint val="60000"/>
            </a:schemeClr>
          </a:solidFill>
        </a:fill>
      </a:tcStyle>
    </a:lastRow>
    <a:seCell>
      <a:tcStyle>
        <a:tcBdr>
          <a:left>
            <a:ln>
              <a:noFill/>
            </a:ln>
          </a:left>
        </a:tcBdr>
      </a:tcStyle>
    </a:seCell>
    <a:swCell>
      <a:tcStyle>
        <a:tcBdr>
          <a:right>
            <a:ln>
              <a:noFill/>
            </a:ln>
          </a:right>
        </a:tcBdr>
      </a:tcStyle>
    </a:swCell>
    <a:firstRow>
      <a:tcTxStyle b="on"/>
      <a:tcStyle>
        <a:tcBdr>
          <a:bottom>
            <a:ln w="254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  <a:neCell>
      <a:tcStyle>
        <a:tcBdr>
          <a:left>
            <a:ln>
              <a:noFill/>
            </a:ln>
          </a:left>
        </a:tcBdr>
      </a:tcStyle>
    </a:neCell>
    <a:nwCell>
      <a:tcStyle>
        <a:tcBdr>
          <a:right>
            <a:ln>
              <a:noFill/>
            </a:ln>
          </a:right>
        </a:tcBdr>
      </a:tcStyle>
    </a:nwCell>
  </a:tblStyle>
  <a:tblStyle styleId="{AF606853-7671-496A-8E4F-DF71F8EC918B}" styleName="Dark Style 1 - Accent 6">
    <a:wholeTbl>
      <a:tcTxStyle>
        <a:fontRef idx="minor">
          <a:scrgbClr r="0" g="0" b="0"/>
        </a:fontRef>
        <a:schemeClr val="lt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6"/>
          </a:solidFill>
        </a:fill>
      </a:tcStyle>
    </a:wholeTbl>
    <a:band1H>
      <a:tcStyle>
        <a:tcBdr/>
        <a:fill>
          <a:solidFill>
            <a:schemeClr val="accent6">
              <a:shade val="60000"/>
            </a:schemeClr>
          </a:solidFill>
        </a:fill>
      </a:tcStyle>
    </a:band1H>
    <a:band1V>
      <a:tcStyle>
        <a:tcBdr/>
        <a:fill>
          <a:solidFill>
            <a:schemeClr val="accent6">
              <a:shade val="60000"/>
            </a:schemeClr>
          </a:solidFill>
        </a:fill>
      </a:tcStyle>
    </a:band1V>
    <a:lastCol>
      <a:tcTxStyle b="on"/>
      <a:tcStyle>
        <a:tcBdr>
          <a:left>
            <a:ln w="25400" cmpd="sng">
              <a:solidFill>
                <a:schemeClr val="lt1"/>
              </a:solidFill>
            </a:ln>
          </a:left>
        </a:tcBdr>
        <a:fill>
          <a:solidFill>
            <a:schemeClr val="accent6">
              <a:shade val="60000"/>
            </a:schemeClr>
          </a:solidFill>
        </a:fill>
      </a:tcStyle>
    </a:lastCol>
    <a:firstCol>
      <a:tcTxStyle b="on"/>
      <a:tcStyle>
        <a:tcBdr>
          <a:right>
            <a:ln w="25400" cmpd="sng">
              <a:solidFill>
                <a:schemeClr val="lt1"/>
              </a:solidFill>
            </a:ln>
          </a:right>
        </a:tcBdr>
        <a:fill>
          <a:solidFill>
            <a:schemeClr val="accent6">
              <a:shade val="60000"/>
            </a:schemeClr>
          </a:solidFill>
        </a:fill>
      </a:tcStyle>
    </a:firstCol>
    <a:lastRow>
      <a:tcTxStyle b="on"/>
      <a:tcStyle>
        <a:tcBdr>
          <a:top>
            <a:ln w="25400" cmpd="sng">
              <a:solidFill>
                <a:schemeClr val="lt1"/>
              </a:solidFill>
            </a:ln>
          </a:top>
        </a:tcBdr>
        <a:fill>
          <a:solidFill>
            <a:schemeClr val="accent6">
              <a:shade val="40000"/>
            </a:schemeClr>
          </a:solidFill>
        </a:fill>
      </a:tcStyle>
    </a:lastRow>
    <a:seCell>
      <a:tcStyle>
        <a:tcBdr>
          <a:left>
            <a:ln>
              <a:noFill/>
            </a:ln>
          </a:left>
        </a:tcBdr>
      </a:tcStyle>
    </a:seCell>
    <a:swCell>
      <a:tcStyle>
        <a:tcBdr>
          <a:right>
            <a:ln>
              <a:noFill/>
            </a:ln>
          </a:right>
        </a:tcBdr>
      </a:tcStyle>
    </a:swCell>
    <a:firstRow>
      <a:tcTxStyle b="on"/>
      <a:tcStyle>
        <a:tcBdr>
          <a:bottom>
            <a:ln w="254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  <a:neCell>
      <a:tcStyle>
        <a:tcBdr>
          <a:left>
            <a:ln>
              <a:noFill/>
            </a:ln>
          </a:left>
        </a:tcBdr>
      </a:tcStyle>
    </a:neCell>
    <a:nwCell>
      <a:tcStyle>
        <a:tcBdr>
          <a:right>
            <a:ln>
              <a:noFill/>
            </a:ln>
          </a:right>
        </a:tcBdr>
      </a:tcStyle>
    </a:nwCell>
  </a:tblStyle>
  <a:tblStyle styleId="{638B1855-1B75-4FBE-930C-398BA8C253C6}" styleName="Themed Style 2 - Accent 6">
    <a:tblBg>
      <a:fillRef idx="3">
        <a:schemeClr val="accent6"/>
      </a:fillRef>
      <a:effectRef idx="3">
        <a:schemeClr val="accent6"/>
      </a:effectRef>
    </a:tblBg>
    <a:wholeTbl>
      <a:tcTxStyle>
        <a:fontRef idx="minor">
          <a:scrgbClr r="0" g="0" b="0"/>
        </a:fontRef>
        <a:schemeClr val="lt1"/>
      </a:tcTxStyle>
      <a:tcStyle>
        <a:tcBdr>
          <a:left>
            <a:lnRef idx="1">
              <a:schemeClr val="accent6">
                <a:tint val="50000"/>
              </a:schemeClr>
            </a:lnRef>
          </a:left>
          <a:right>
            <a:lnRef idx="1">
              <a:schemeClr val="accent6">
                <a:tint val="50000"/>
              </a:schemeClr>
            </a:lnRef>
          </a:right>
          <a:top>
            <a:lnRef idx="1">
              <a:schemeClr val="accent6">
                <a:tint val="50000"/>
              </a:schemeClr>
            </a:lnRef>
          </a:top>
          <a:bottom>
            <a:lnRef idx="1">
              <a:schemeClr val="accent6">
                <a:tint val="50000"/>
              </a:schemeClr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lt1">
              <a:alpha val="20000"/>
            </a:schemeClr>
          </a:solidFill>
        </a:fill>
      </a:tcStyle>
    </a:band1H>
    <a:band1V>
      <a:tcStyle>
        <a:tcBdr/>
        <a:fill>
          <a:solidFill>
            <a:schemeClr val="lt1">
              <a:alpha val="20000"/>
            </a:schemeClr>
          </a:solidFill>
        </a:fill>
      </a:tcStyle>
    </a:band1V>
    <a:lastCol>
      <a:tcTxStyle b="on"/>
      <a:tcStyle>
        <a:tcBdr>
          <a:left>
            <a:lnRef idx="2">
              <a:schemeClr val="lt1"/>
            </a:lnRef>
          </a:left>
        </a:tcBdr>
      </a:tcStyle>
    </a:lastCol>
    <a:firstCol>
      <a:tcTxStyle b="on"/>
      <a:tcStyle>
        <a:tcBdr>
          <a:right>
            <a:lnRef idx="2">
              <a:schemeClr val="lt1"/>
            </a:lnRef>
          </a:right>
        </a:tcBdr>
      </a:tcStyle>
    </a:firstCol>
    <a:lastRow>
      <a:tcTxStyle b="on"/>
      <a:tcStyle>
        <a:tcBdr>
          <a:top>
            <a:lnRef idx="2">
              <a:schemeClr val="lt1"/>
            </a:lnRef>
          </a:top>
        </a:tcBdr>
        <a:fill>
          <a:noFill/>
        </a:fill>
      </a:tcStyle>
    </a:lastRow>
    <a:seCell>
      <a:tcStyle>
        <a:tcBdr>
          <a:left>
            <a:ln>
              <a:noFill/>
            </a:ln>
          </a:left>
          <a:top>
            <a:ln>
              <a:noFill/>
            </a:ln>
          </a:top>
        </a:tcBdr>
      </a:tcStyle>
    </a:seCell>
    <a:swCell>
      <a:tcStyle>
        <a:tcBdr>
          <a:right>
            <a:ln>
              <a:noFill/>
            </a:ln>
          </a:right>
          <a:top>
            <a:ln>
              <a:noFill/>
            </a:ln>
          </a:top>
        </a:tcBdr>
      </a:tcStyle>
    </a:swCell>
    <a:firstRow>
      <a:tcTxStyle b="on"/>
      <a:tcStyle>
        <a:tcBdr>
          <a:bottom>
            <a:lnRef idx="3">
              <a:schemeClr val="lt1"/>
            </a:lnRef>
          </a:bottom>
        </a:tcBdr>
        <a:fill>
          <a:noFill/>
        </a:fill>
      </a:tcStyle>
    </a:firstRow>
    <a:neCell>
      <a:tcStyle>
        <a:tcBdr>
          <a:bottom>
            <a:ln>
              <a:noFill/>
            </a:ln>
          </a:bottom>
        </a:tcBdr>
      </a:tcStyle>
    </a:neCell>
  </a:tblStyle>
  <a:tblStyle styleId="{D03447BB-5D67-496B-8E87-E561075AD55C}" styleName="Dark Style 1 - Accent 3">
    <a:wholeTbl>
      <a:tcTxStyle>
        <a:fontRef idx="minor">
          <a:scrgbClr r="0" g="0" b="0"/>
        </a:fontRef>
        <a:schemeClr val="lt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3"/>
          </a:solidFill>
        </a:fill>
      </a:tcStyle>
    </a:wholeTbl>
    <a:band1H>
      <a:tcStyle>
        <a:tcBdr/>
        <a:fill>
          <a:solidFill>
            <a:schemeClr val="accent3">
              <a:shade val="60000"/>
            </a:schemeClr>
          </a:solidFill>
        </a:fill>
      </a:tcStyle>
    </a:band1H>
    <a:band1V>
      <a:tcStyle>
        <a:tcBdr/>
        <a:fill>
          <a:solidFill>
            <a:schemeClr val="accent3">
              <a:shade val="60000"/>
            </a:schemeClr>
          </a:solidFill>
        </a:fill>
      </a:tcStyle>
    </a:band1V>
    <a:lastCol>
      <a:tcTxStyle b="on"/>
      <a:tcStyle>
        <a:tcBdr>
          <a:left>
            <a:ln w="25400" cmpd="sng">
              <a:solidFill>
                <a:schemeClr val="lt1"/>
              </a:solidFill>
            </a:ln>
          </a:left>
        </a:tcBdr>
        <a:fill>
          <a:solidFill>
            <a:schemeClr val="accent3">
              <a:shade val="60000"/>
            </a:schemeClr>
          </a:solidFill>
        </a:fill>
      </a:tcStyle>
    </a:lastCol>
    <a:firstCol>
      <a:tcTxStyle b="on"/>
      <a:tcStyle>
        <a:tcBdr>
          <a:right>
            <a:ln w="25400" cmpd="sng">
              <a:solidFill>
                <a:schemeClr val="lt1"/>
              </a:solidFill>
            </a:ln>
          </a:right>
        </a:tcBdr>
        <a:fill>
          <a:solidFill>
            <a:schemeClr val="accent3">
              <a:shade val="60000"/>
            </a:schemeClr>
          </a:solidFill>
        </a:fill>
      </a:tcStyle>
    </a:firstCol>
    <a:lastRow>
      <a:tcTxStyle b="on"/>
      <a:tcStyle>
        <a:tcBdr>
          <a:top>
            <a:ln w="25400" cmpd="sng">
              <a:solidFill>
                <a:schemeClr val="lt1"/>
              </a:solidFill>
            </a:ln>
          </a:top>
        </a:tcBdr>
        <a:fill>
          <a:solidFill>
            <a:schemeClr val="accent3">
              <a:shade val="40000"/>
            </a:schemeClr>
          </a:solidFill>
        </a:fill>
      </a:tcStyle>
    </a:lastRow>
    <a:seCell>
      <a:tcStyle>
        <a:tcBdr>
          <a:left>
            <a:ln>
              <a:noFill/>
            </a:ln>
          </a:left>
        </a:tcBdr>
      </a:tcStyle>
    </a:seCell>
    <a:swCell>
      <a:tcStyle>
        <a:tcBdr>
          <a:right>
            <a:ln>
              <a:noFill/>
            </a:ln>
          </a:right>
        </a:tcBdr>
      </a:tcStyle>
    </a:swCell>
    <a:firstRow>
      <a:tcTxStyle b="on"/>
      <a:tcStyle>
        <a:tcBdr>
          <a:bottom>
            <a:ln w="254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  <a:neCell>
      <a:tcStyle>
        <a:tcBdr>
          <a:left>
            <a:ln>
              <a:noFill/>
            </a:ln>
          </a:left>
        </a:tcBdr>
      </a:tcStyle>
    </a:neCell>
    <a:nwCell>
      <a:tcStyle>
        <a:tcBdr>
          <a:right>
            <a:ln>
              <a:noFill/>
            </a:ln>
          </a:right>
        </a:tcBdr>
      </a:tcStyle>
    </a:nwCell>
  </a:tblStyle>
  <a:tblStyle styleId="{37CE84F3-28C3-443E-9E96-99CF82512B78}" styleName="Dark Style 1 - Accent 2">
    <a:wholeTbl>
      <a:tcTxStyle>
        <a:fontRef idx="minor">
          <a:scrgbClr r="0" g="0" b="0"/>
        </a:fontRef>
        <a:schemeClr val="lt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2"/>
          </a:solidFill>
        </a:fill>
      </a:tcStyle>
    </a:wholeTbl>
    <a:band1H>
      <a:tcStyle>
        <a:tcBdr/>
        <a:fill>
          <a:solidFill>
            <a:schemeClr val="accent2">
              <a:shade val="60000"/>
            </a:schemeClr>
          </a:solidFill>
        </a:fill>
      </a:tcStyle>
    </a:band1H>
    <a:band1V>
      <a:tcStyle>
        <a:tcBdr/>
        <a:fill>
          <a:solidFill>
            <a:schemeClr val="accent2">
              <a:shade val="60000"/>
            </a:schemeClr>
          </a:solidFill>
        </a:fill>
      </a:tcStyle>
    </a:band1V>
    <a:lastCol>
      <a:tcTxStyle b="on"/>
      <a:tcStyle>
        <a:tcBdr>
          <a:left>
            <a:ln w="25400" cmpd="sng">
              <a:solidFill>
                <a:schemeClr val="lt1"/>
              </a:solidFill>
            </a:ln>
          </a:left>
        </a:tcBdr>
        <a:fill>
          <a:solidFill>
            <a:schemeClr val="accent2">
              <a:shade val="60000"/>
            </a:schemeClr>
          </a:solidFill>
        </a:fill>
      </a:tcStyle>
    </a:lastCol>
    <a:firstCol>
      <a:tcTxStyle b="on"/>
      <a:tcStyle>
        <a:tcBdr>
          <a:right>
            <a:ln w="25400" cmpd="sng">
              <a:solidFill>
                <a:schemeClr val="lt1"/>
              </a:solidFill>
            </a:ln>
          </a:right>
        </a:tcBdr>
        <a:fill>
          <a:solidFill>
            <a:schemeClr val="accent2">
              <a:shade val="60000"/>
            </a:schemeClr>
          </a:solidFill>
        </a:fill>
      </a:tcStyle>
    </a:firstCol>
    <a:lastRow>
      <a:tcTxStyle b="on"/>
      <a:tcStyle>
        <a:tcBdr>
          <a:top>
            <a:ln w="25400" cmpd="sng">
              <a:solidFill>
                <a:schemeClr val="lt1"/>
              </a:solidFill>
            </a:ln>
          </a:top>
        </a:tcBdr>
        <a:fill>
          <a:solidFill>
            <a:schemeClr val="accent2">
              <a:shade val="40000"/>
            </a:schemeClr>
          </a:solidFill>
        </a:fill>
      </a:tcStyle>
    </a:lastRow>
    <a:seCell>
      <a:tcStyle>
        <a:tcBdr>
          <a:left>
            <a:ln>
              <a:noFill/>
            </a:ln>
          </a:left>
        </a:tcBdr>
      </a:tcStyle>
    </a:seCell>
    <a:swCell>
      <a:tcStyle>
        <a:tcBdr>
          <a:right>
            <a:ln>
              <a:noFill/>
            </a:ln>
          </a:right>
        </a:tcBdr>
      </a:tcStyle>
    </a:swCell>
    <a:firstRow>
      <a:tcTxStyle b="on"/>
      <a:tcStyle>
        <a:tcBdr>
          <a:bottom>
            <a:ln w="254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  <a:neCell>
      <a:tcStyle>
        <a:tcBdr>
          <a:left>
            <a:ln>
              <a:noFill/>
            </a:ln>
          </a:left>
        </a:tcBdr>
      </a:tcStyle>
    </a:neCell>
    <a:nwCell>
      <a:tcStyle>
        <a:tcBdr>
          <a:right>
            <a:ln>
              <a:noFill/>
            </a:ln>
          </a:right>
        </a:tcBdr>
      </a:tcStyle>
    </a:nwCell>
  </a:tblStyle>
  <a:tblStyle styleId="{5202B0CA-FC54-4496-8BCA-5EF66A818D29}" styleName="Dark Style 2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dk1">
              <a:tint val="20000"/>
            </a:schemeClr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dk1"/>
          </a:solidFill>
        </a:fill>
      </a:tcStyle>
    </a:firstRow>
  </a:tblStyle>
  <a:tblStyle styleId="{E269D01E-BC32-4049-B463-5C60D7B0CCD2}" styleName="Themed Style 2 - Accent 4">
    <a:tblBg>
      <a:fillRef idx="3">
        <a:schemeClr val="accent4"/>
      </a:fillRef>
      <a:effectRef idx="3">
        <a:schemeClr val="accent4"/>
      </a:effectRef>
    </a:tblBg>
    <a:wholeTbl>
      <a:tcTxStyle>
        <a:fontRef idx="minor">
          <a:scrgbClr r="0" g="0" b="0"/>
        </a:fontRef>
        <a:schemeClr val="lt1"/>
      </a:tcTxStyle>
      <a:tcStyle>
        <a:tcBdr>
          <a:left>
            <a:lnRef idx="1">
              <a:schemeClr val="accent4">
                <a:tint val="50000"/>
              </a:schemeClr>
            </a:lnRef>
          </a:left>
          <a:right>
            <a:lnRef idx="1">
              <a:schemeClr val="accent4">
                <a:tint val="50000"/>
              </a:schemeClr>
            </a:lnRef>
          </a:right>
          <a:top>
            <a:lnRef idx="1">
              <a:schemeClr val="accent4">
                <a:tint val="50000"/>
              </a:schemeClr>
            </a:lnRef>
          </a:top>
          <a:bottom>
            <a:lnRef idx="1">
              <a:schemeClr val="accent4">
                <a:tint val="50000"/>
              </a:schemeClr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lt1">
              <a:alpha val="20000"/>
            </a:schemeClr>
          </a:solidFill>
        </a:fill>
      </a:tcStyle>
    </a:band1H>
    <a:band1V>
      <a:tcStyle>
        <a:tcBdr/>
        <a:fill>
          <a:solidFill>
            <a:schemeClr val="lt1">
              <a:alpha val="20000"/>
            </a:schemeClr>
          </a:solidFill>
        </a:fill>
      </a:tcStyle>
    </a:band1V>
    <a:lastCol>
      <a:tcTxStyle b="on"/>
      <a:tcStyle>
        <a:tcBdr>
          <a:left>
            <a:lnRef idx="2">
              <a:schemeClr val="lt1"/>
            </a:lnRef>
          </a:left>
        </a:tcBdr>
      </a:tcStyle>
    </a:lastCol>
    <a:firstCol>
      <a:tcTxStyle b="on"/>
      <a:tcStyle>
        <a:tcBdr>
          <a:right>
            <a:lnRef idx="2">
              <a:schemeClr val="lt1"/>
            </a:lnRef>
          </a:right>
        </a:tcBdr>
      </a:tcStyle>
    </a:firstCol>
    <a:lastRow>
      <a:tcTxStyle b="on"/>
      <a:tcStyle>
        <a:tcBdr>
          <a:top>
            <a:lnRef idx="2">
              <a:schemeClr val="lt1"/>
            </a:lnRef>
          </a:top>
        </a:tcBdr>
        <a:fill>
          <a:noFill/>
        </a:fill>
      </a:tcStyle>
    </a:lastRow>
    <a:seCell>
      <a:tcStyle>
        <a:tcBdr>
          <a:left>
            <a:ln>
              <a:noFill/>
            </a:ln>
          </a:left>
          <a:top>
            <a:ln>
              <a:noFill/>
            </a:ln>
          </a:top>
        </a:tcBdr>
      </a:tcStyle>
    </a:seCell>
    <a:swCell>
      <a:tcStyle>
        <a:tcBdr>
          <a:right>
            <a:ln>
              <a:noFill/>
            </a:ln>
          </a:right>
          <a:top>
            <a:ln>
              <a:noFill/>
            </a:ln>
          </a:top>
        </a:tcBdr>
      </a:tcStyle>
    </a:swCell>
    <a:firstRow>
      <a:tcTxStyle b="on"/>
      <a:tcStyle>
        <a:tcBdr>
          <a:bottom>
            <a:lnRef idx="3">
              <a:schemeClr val="lt1"/>
            </a:lnRef>
          </a:bottom>
        </a:tcBdr>
        <a:fill>
          <a:noFill/>
        </a:fill>
      </a:tcStyle>
    </a:firstRow>
    <a:neCell>
      <a:tcStyle>
        <a:tcBdr>
          <a:bottom>
            <a:ln>
              <a:noFill/>
            </a:ln>
          </a:bottom>
        </a:tcBdr>
      </a:tcStyle>
    </a:neCell>
  </a:tblStyle>
  <a:tblStyle styleId="{125E5076-3810-47DD-B79F-674D7AD40C01}" styleName="Dark Style 1 - Accent 1">
    <a:wholeTbl>
      <a:tcTxStyle>
        <a:fontRef idx="minor">
          <a:scrgbClr r="0" g="0" b="0"/>
        </a:fontRef>
        <a:schemeClr val="lt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1"/>
          </a:solidFill>
        </a:fill>
      </a:tcStyle>
    </a:wholeTbl>
    <a:band1H>
      <a:tcStyle>
        <a:tcBdr/>
        <a:fill>
          <a:solidFill>
            <a:schemeClr val="accent1">
              <a:shade val="60000"/>
            </a:schemeClr>
          </a:solidFill>
        </a:fill>
      </a:tcStyle>
    </a:band1H>
    <a:band1V>
      <a:tcStyle>
        <a:tcBdr/>
        <a:fill>
          <a:solidFill>
            <a:schemeClr val="accent1">
              <a:shade val="60000"/>
            </a:schemeClr>
          </a:solidFill>
        </a:fill>
      </a:tcStyle>
    </a:band1V>
    <a:lastCol>
      <a:tcTxStyle b="on"/>
      <a:tcStyle>
        <a:tcBdr>
          <a:left>
            <a:ln w="25400" cmpd="sng">
              <a:solidFill>
                <a:schemeClr val="lt1"/>
              </a:solidFill>
            </a:ln>
          </a:left>
        </a:tcBdr>
        <a:fill>
          <a:solidFill>
            <a:schemeClr val="accent1">
              <a:shade val="60000"/>
            </a:schemeClr>
          </a:solidFill>
        </a:fill>
      </a:tcStyle>
    </a:lastCol>
    <a:firstCol>
      <a:tcTxStyle b="on"/>
      <a:tcStyle>
        <a:tcBdr>
          <a:right>
            <a:ln w="25400" cmpd="sng">
              <a:solidFill>
                <a:schemeClr val="lt1"/>
              </a:solidFill>
            </a:ln>
          </a:right>
        </a:tcBdr>
        <a:fill>
          <a:solidFill>
            <a:schemeClr val="accent1">
              <a:shade val="60000"/>
            </a:schemeClr>
          </a:solidFill>
        </a:fill>
      </a:tcStyle>
    </a:firstCol>
    <a:lastRow>
      <a:tcTxStyle b="on"/>
      <a:tcStyle>
        <a:tcBdr>
          <a:top>
            <a:ln w="25400" cmpd="sng">
              <a:solidFill>
                <a:schemeClr val="lt1"/>
              </a:solidFill>
            </a:ln>
          </a:top>
        </a:tcBdr>
        <a:fill>
          <a:solidFill>
            <a:schemeClr val="accent1">
              <a:shade val="40000"/>
            </a:schemeClr>
          </a:solidFill>
        </a:fill>
      </a:tcStyle>
    </a:lastRow>
    <a:seCell>
      <a:tcStyle>
        <a:tcBdr>
          <a:left>
            <a:ln>
              <a:noFill/>
            </a:ln>
          </a:left>
        </a:tcBdr>
      </a:tcStyle>
    </a:seCell>
    <a:swCell>
      <a:tcStyle>
        <a:tcBdr>
          <a:right>
            <a:ln>
              <a:noFill/>
            </a:ln>
          </a:right>
        </a:tcBdr>
      </a:tcStyle>
    </a:swCell>
    <a:firstRow>
      <a:tcTxStyle b="on"/>
      <a:tcStyle>
        <a:tcBdr>
          <a:bottom>
            <a:ln w="254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  <a:neCell>
      <a:tcStyle>
        <a:tcBdr>
          <a:left>
            <a:ln>
              <a:noFill/>
            </a:ln>
          </a:left>
        </a:tcBdr>
      </a:tcStyle>
    </a:neCell>
    <a:nwCell>
      <a:tcStyle>
        <a:tcBdr>
          <a:right>
            <a:ln>
              <a:noFill/>
            </a:ln>
          </a:right>
        </a:tcBdr>
      </a:tcStyle>
    </a:nwCell>
  </a:tblStyle>
  <a:tblStyle styleId="{8FD4443E-F989-4FC4-A0C8-D5A2AF1F390B}" styleName="Dark Style 1 - Accent 5">
    <a:wholeTbl>
      <a:tcTxStyle>
        <a:fontRef idx="minor">
          <a:scrgbClr r="0" g="0" b="0"/>
        </a:fontRef>
        <a:schemeClr val="lt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5"/>
          </a:solidFill>
        </a:fill>
      </a:tcStyle>
    </a:wholeTbl>
    <a:band1H>
      <a:tcStyle>
        <a:tcBdr/>
        <a:fill>
          <a:solidFill>
            <a:schemeClr val="accent5">
              <a:shade val="60000"/>
            </a:schemeClr>
          </a:solidFill>
        </a:fill>
      </a:tcStyle>
    </a:band1H>
    <a:band1V>
      <a:tcStyle>
        <a:tcBdr/>
        <a:fill>
          <a:solidFill>
            <a:schemeClr val="accent5">
              <a:shade val="60000"/>
            </a:schemeClr>
          </a:solidFill>
        </a:fill>
      </a:tcStyle>
    </a:band1V>
    <a:lastCol>
      <a:tcTxStyle b="on"/>
      <a:tcStyle>
        <a:tcBdr>
          <a:left>
            <a:ln w="25400" cmpd="sng">
              <a:solidFill>
                <a:schemeClr val="lt1"/>
              </a:solidFill>
            </a:ln>
          </a:left>
        </a:tcBdr>
        <a:fill>
          <a:solidFill>
            <a:schemeClr val="accent5">
              <a:shade val="60000"/>
            </a:schemeClr>
          </a:solidFill>
        </a:fill>
      </a:tcStyle>
    </a:lastCol>
    <a:firstCol>
      <a:tcTxStyle b="on"/>
      <a:tcStyle>
        <a:tcBdr>
          <a:right>
            <a:ln w="25400" cmpd="sng">
              <a:solidFill>
                <a:schemeClr val="lt1"/>
              </a:solidFill>
            </a:ln>
          </a:right>
        </a:tcBdr>
        <a:fill>
          <a:solidFill>
            <a:schemeClr val="accent5">
              <a:shade val="60000"/>
            </a:schemeClr>
          </a:solidFill>
        </a:fill>
      </a:tcStyle>
    </a:firstCol>
    <a:lastRow>
      <a:tcTxStyle b="on"/>
      <a:tcStyle>
        <a:tcBdr>
          <a:top>
            <a:ln w="25400" cmpd="sng">
              <a:solidFill>
                <a:schemeClr val="lt1"/>
              </a:solidFill>
            </a:ln>
          </a:top>
        </a:tcBdr>
        <a:fill>
          <a:solidFill>
            <a:schemeClr val="accent5">
              <a:shade val="40000"/>
            </a:schemeClr>
          </a:solidFill>
        </a:fill>
      </a:tcStyle>
    </a:lastRow>
    <a:seCell>
      <a:tcStyle>
        <a:tcBdr>
          <a:left>
            <a:ln>
              <a:noFill/>
            </a:ln>
          </a:left>
        </a:tcBdr>
      </a:tcStyle>
    </a:seCell>
    <a:swCell>
      <a:tcStyle>
        <a:tcBdr>
          <a:right>
            <a:ln>
              <a:noFill/>
            </a:ln>
          </a:right>
        </a:tcBdr>
      </a:tcStyle>
    </a:swCell>
    <a:firstRow>
      <a:tcTxStyle b="on"/>
      <a:tcStyle>
        <a:tcBdr>
          <a:bottom>
            <a:ln w="254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  <a:neCell>
      <a:tcStyle>
        <a:tcBdr>
          <a:left>
            <a:ln>
              <a:noFill/>
            </a:ln>
          </a:left>
        </a:tcBdr>
      </a:tcStyle>
    </a:neCell>
    <a:nwCell>
      <a:tcStyle>
        <a:tcBdr>
          <a:right>
            <a:ln>
              <a:noFill/>
            </a:ln>
          </a:right>
        </a:tcBdr>
      </a:tcStyle>
    </a:nwCel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2884" autoAdjust="0"/>
    <p:restoredTop sz="97843" autoAdjust="0"/>
  </p:normalViewPr>
  <p:slideViewPr>
    <p:cSldViewPr snapToGrid="0">
      <p:cViewPr varScale="1">
        <p:scale>
          <a:sx n="159" d="100"/>
          <a:sy n="159" d="100"/>
        </p:scale>
        <p:origin x="546" y="138"/>
      </p:cViewPr>
      <p:guideLst/>
    </p:cSldViewPr>
  </p:slideViewPr>
  <p:outlineViewPr>
    <p:cViewPr>
      <p:scale>
        <a:sx n="33" d="100"/>
        <a:sy n="33" d="100"/>
      </p:scale>
      <p:origin x="0" y="-6516"/>
    </p:cViewPr>
  </p:outlineViewPr>
  <p:notesTextViewPr>
    <p:cViewPr>
      <p:scale>
        <a:sx n="3" d="2"/>
        <a:sy n="3" d="2"/>
      </p:scale>
      <p:origin x="0" y="0"/>
    </p:cViewPr>
  </p:notesTextViewPr>
  <p:sorterViewPr>
    <p:cViewPr varScale="1">
      <p:scale>
        <a:sx n="1" d="1"/>
        <a:sy n="1" d="1"/>
      </p:scale>
      <p:origin x="0" y="-2792"/>
    </p:cViewPr>
  </p:sorterViewPr>
  <p:notesViewPr>
    <p:cSldViewPr snapToGrid="0" showGuides="1">
      <p:cViewPr varScale="1">
        <p:scale>
          <a:sx n="168" d="100"/>
          <a:sy n="168" d="100"/>
        </p:scale>
        <p:origin x="5432" y="216"/>
      </p:cViewPr>
      <p:guideLst>
        <p:guide orient="horz" pos="2880"/>
        <p:guide pos="2160"/>
      </p:guideLst>
    </p:cSldViewPr>
  </p:notes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customXml" Target="../customXml/item1.xml"/><Relationship Id="rId2" Type="http://schemas.openxmlformats.org/officeDocument/2006/relationships/customXml" Target="../customXml/item2.xml"/><Relationship Id="rId3" Type="http://schemas.openxmlformats.org/officeDocument/2006/relationships/customXml" Target="../customXml/item3.xml"/><Relationship Id="rId4" Type="http://schemas.openxmlformats.org/officeDocument/2006/relationships/customXml" Target="../customXml/item4.xml"/><Relationship Id="rId5" Type="http://schemas.openxmlformats.org/officeDocument/2006/relationships/customXml" Target="../customXml/item5.xml"/><Relationship Id="rId6" Type="http://schemas.openxmlformats.org/officeDocument/2006/relationships/slideMaster" Target="slideMasters/slideMaster1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handoutMaster" Target="handoutMasters/handoutMaster1.xml"/><Relationship Id="rId10" Type="http://schemas.openxmlformats.org/officeDocument/2006/relationships/commentAuthors" Target="commentAuthors.xml"/><Relationship Id="rId11" Type="http://schemas.openxmlformats.org/officeDocument/2006/relationships/presProps" Target="presProps.xml"/><Relationship Id="rId12" Type="http://schemas.openxmlformats.org/officeDocument/2006/relationships/viewProps" Target="viewProps.xml"/><Relationship Id="rId13" Type="http://schemas.openxmlformats.org/officeDocument/2006/relationships/theme" Target="theme/theme1.xml"/><Relationship Id="rId14" Type="http://schemas.openxmlformats.org/officeDocument/2006/relationships/tableStyles" Target="tableStyles.xml"/><Relationship Id="rId15" Type="http://schemas.microsoft.com/office/2016/11/relationships/changesInfo" Target="changesInfos/changesInfo1.xml"/><Relationship Id="rId16" Type="http://schemas.microsoft.com/office/2015/10/relationships/revisionInfo" Target="revisionInfo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Chen, Wen (Vicky)" userId="370386ac-7ced-43cd-aa57-a504dc959918" providerId="ADAL" clId="{A08629F2-BAFE-486D-9E84-BFC0507FDA27}"/>
    <pc:docChg chg="custSel addSld delSld modSld">
      <pc:chgData name="Chen, Wen (Vicky)" userId="370386ac-7ced-43cd-aa57-a504dc959918" providerId="ADAL" clId="{A08629F2-BAFE-486D-9E84-BFC0507FDA27}" dt="2026-10-28T10:03:37.600" v="110" actId="1076"/>
      <pc:docMkLst>
        <pc:docMk/>
      </pc:docMkLst>
      <pc:sldChg chg="del">
        <pc:chgData name="Chen, Wen (Vicky)" userId="370386ac-7ced-43cd-aa57-a504dc959918" providerId="ADAL" clId="{A08629F2-BAFE-486D-9E84-BFC0507FDA27}" dt="2026-10-28T09:54:08.269" v="0" actId="47"/>
        <pc:sldMkLst>
          <pc:docMk/>
          <pc:sldMk cId="2641800033" sldId="260"/>
        </pc:sldMkLst>
      </pc:sldChg>
      <pc:sldChg chg="del">
        <pc:chgData name="Chen, Wen (Vicky)" userId="370386ac-7ced-43cd-aa57-a504dc959918" providerId="ADAL" clId="{A08629F2-BAFE-486D-9E84-BFC0507FDA27}" dt="2026-10-28T09:54:08.269" v="0" actId="47"/>
        <pc:sldMkLst>
          <pc:docMk/>
          <pc:sldMk cId="2894785852" sldId="262"/>
        </pc:sldMkLst>
      </pc:sldChg>
      <pc:sldChg chg="del">
        <pc:chgData name="Chen, Wen (Vicky)" userId="370386ac-7ced-43cd-aa57-a504dc959918" providerId="ADAL" clId="{A08629F2-BAFE-486D-9E84-BFC0507FDA27}" dt="2026-10-28T09:54:08.269" v="0" actId="47"/>
        <pc:sldMkLst>
          <pc:docMk/>
          <pc:sldMk cId="810320210" sldId="263"/>
        </pc:sldMkLst>
      </pc:sldChg>
      <pc:sldChg chg="del">
        <pc:chgData name="Chen, Wen (Vicky)" userId="370386ac-7ced-43cd-aa57-a504dc959918" providerId="ADAL" clId="{A08629F2-BAFE-486D-9E84-BFC0507FDA27}" dt="2026-10-28T09:54:19.741" v="1" actId="47"/>
        <pc:sldMkLst>
          <pc:docMk/>
          <pc:sldMk cId="3096110502" sldId="264"/>
        </pc:sldMkLst>
      </pc:sldChg>
      <pc:sldChg chg="del">
        <pc:chgData name="Chen, Wen (Vicky)" userId="370386ac-7ced-43cd-aa57-a504dc959918" providerId="ADAL" clId="{A08629F2-BAFE-486D-9E84-BFC0507FDA27}" dt="2026-10-28T09:54:19.741" v="1" actId="47"/>
        <pc:sldMkLst>
          <pc:docMk/>
          <pc:sldMk cId="3295795922" sldId="265"/>
        </pc:sldMkLst>
      </pc:sldChg>
      <pc:sldChg chg="del">
        <pc:chgData name="Chen, Wen (Vicky)" userId="370386ac-7ced-43cd-aa57-a504dc959918" providerId="ADAL" clId="{A08629F2-BAFE-486D-9E84-BFC0507FDA27}" dt="2026-10-28T09:54:19.741" v="1" actId="47"/>
        <pc:sldMkLst>
          <pc:docMk/>
          <pc:sldMk cId="3160339626" sldId="266"/>
        </pc:sldMkLst>
      </pc:sldChg>
      <pc:sldChg chg="del">
        <pc:chgData name="Chen, Wen (Vicky)" userId="370386ac-7ced-43cd-aa57-a504dc959918" providerId="ADAL" clId="{A08629F2-BAFE-486D-9E84-BFC0507FDA27}" dt="2026-10-28T09:54:19.741" v="1" actId="47"/>
        <pc:sldMkLst>
          <pc:docMk/>
          <pc:sldMk cId="2509904829" sldId="267"/>
        </pc:sldMkLst>
      </pc:sldChg>
      <pc:sldChg chg="del">
        <pc:chgData name="Chen, Wen (Vicky)" userId="370386ac-7ced-43cd-aa57-a504dc959918" providerId="ADAL" clId="{A08629F2-BAFE-486D-9E84-BFC0507FDA27}" dt="2026-10-28T09:54:19.741" v="1" actId="47"/>
        <pc:sldMkLst>
          <pc:docMk/>
          <pc:sldMk cId="563127261" sldId="268"/>
        </pc:sldMkLst>
      </pc:sldChg>
      <pc:sldChg chg="del">
        <pc:chgData name="Chen, Wen (Vicky)" userId="370386ac-7ced-43cd-aa57-a504dc959918" providerId="ADAL" clId="{A08629F2-BAFE-486D-9E84-BFC0507FDA27}" dt="2026-10-28T09:54:19.741" v="1" actId="47"/>
        <pc:sldMkLst>
          <pc:docMk/>
          <pc:sldMk cId="1914710708" sldId="269"/>
        </pc:sldMkLst>
      </pc:sldChg>
      <pc:sldChg chg="del">
        <pc:chgData name="Chen, Wen (Vicky)" userId="370386ac-7ced-43cd-aa57-a504dc959918" providerId="ADAL" clId="{A08629F2-BAFE-486D-9E84-BFC0507FDA27}" dt="2026-10-28T09:54:19.741" v="1" actId="47"/>
        <pc:sldMkLst>
          <pc:docMk/>
          <pc:sldMk cId="313142657" sldId="270"/>
        </pc:sldMkLst>
      </pc:sldChg>
      <pc:sldChg chg="del">
        <pc:chgData name="Chen, Wen (Vicky)" userId="370386ac-7ced-43cd-aa57-a504dc959918" providerId="ADAL" clId="{A08629F2-BAFE-486D-9E84-BFC0507FDA27}" dt="2026-10-28T09:54:19.741" v="1" actId="47"/>
        <pc:sldMkLst>
          <pc:docMk/>
          <pc:sldMk cId="1607857248" sldId="271"/>
        </pc:sldMkLst>
      </pc:sldChg>
      <pc:sldChg chg="del">
        <pc:chgData name="Chen, Wen (Vicky)" userId="370386ac-7ced-43cd-aa57-a504dc959918" providerId="ADAL" clId="{A08629F2-BAFE-486D-9E84-BFC0507FDA27}" dt="2026-10-28T09:54:19.741" v="1" actId="47"/>
        <pc:sldMkLst>
          <pc:docMk/>
          <pc:sldMk cId="2041338495" sldId="272"/>
        </pc:sldMkLst>
      </pc:sldChg>
      <pc:sldChg chg="del">
        <pc:chgData name="Chen, Wen (Vicky)" userId="370386ac-7ced-43cd-aa57-a504dc959918" providerId="ADAL" clId="{A08629F2-BAFE-486D-9E84-BFC0507FDA27}" dt="2026-10-28T09:54:19.741" v="1" actId="47"/>
        <pc:sldMkLst>
          <pc:docMk/>
          <pc:sldMk cId="1338091283" sldId="273"/>
        </pc:sldMkLst>
      </pc:sldChg>
      <pc:sldChg chg="del">
        <pc:chgData name="Chen, Wen (Vicky)" userId="370386ac-7ced-43cd-aa57-a504dc959918" providerId="ADAL" clId="{A08629F2-BAFE-486D-9E84-BFC0507FDA27}" dt="2026-10-28T09:54:19.741" v="1" actId="47"/>
        <pc:sldMkLst>
          <pc:docMk/>
          <pc:sldMk cId="3468783600" sldId="274"/>
        </pc:sldMkLst>
      </pc:sldChg>
      <pc:sldChg chg="del">
        <pc:chgData name="Chen, Wen (Vicky)" userId="370386ac-7ced-43cd-aa57-a504dc959918" providerId="ADAL" clId="{A08629F2-BAFE-486D-9E84-BFC0507FDA27}" dt="2026-10-28T09:54:19.741" v="1" actId="47"/>
        <pc:sldMkLst>
          <pc:docMk/>
          <pc:sldMk cId="1528543421" sldId="275"/>
        </pc:sldMkLst>
      </pc:sldChg>
      <pc:sldChg chg="del">
        <pc:chgData name="Chen, Wen (Vicky)" userId="370386ac-7ced-43cd-aa57-a504dc959918" providerId="ADAL" clId="{A08629F2-BAFE-486D-9E84-BFC0507FDA27}" dt="2026-10-28T09:54:19.741" v="1" actId="47"/>
        <pc:sldMkLst>
          <pc:docMk/>
          <pc:sldMk cId="3054485583" sldId="276"/>
        </pc:sldMkLst>
      </pc:sldChg>
      <pc:sldChg chg="del">
        <pc:chgData name="Chen, Wen (Vicky)" userId="370386ac-7ced-43cd-aa57-a504dc959918" providerId="ADAL" clId="{A08629F2-BAFE-486D-9E84-BFC0507FDA27}" dt="2026-10-28T09:54:19.741" v="1" actId="47"/>
        <pc:sldMkLst>
          <pc:docMk/>
          <pc:sldMk cId="1625260525" sldId="277"/>
        </pc:sldMkLst>
      </pc:sldChg>
      <pc:sldChg chg="del">
        <pc:chgData name="Chen, Wen (Vicky)" userId="370386ac-7ced-43cd-aa57-a504dc959918" providerId="ADAL" clId="{A08629F2-BAFE-486D-9E84-BFC0507FDA27}" dt="2026-10-28T09:54:19.741" v="1" actId="47"/>
        <pc:sldMkLst>
          <pc:docMk/>
          <pc:sldMk cId="2921606204" sldId="278"/>
        </pc:sldMkLst>
      </pc:sldChg>
      <pc:sldChg chg="del">
        <pc:chgData name="Chen, Wen (Vicky)" userId="370386ac-7ced-43cd-aa57-a504dc959918" providerId="ADAL" clId="{A08629F2-BAFE-486D-9E84-BFC0507FDA27}" dt="2026-10-28T09:54:19.741" v="1" actId="47"/>
        <pc:sldMkLst>
          <pc:docMk/>
          <pc:sldMk cId="3767730382" sldId="279"/>
        </pc:sldMkLst>
      </pc:sldChg>
      <pc:sldChg chg="del">
        <pc:chgData name="Chen, Wen (Vicky)" userId="370386ac-7ced-43cd-aa57-a504dc959918" providerId="ADAL" clId="{A08629F2-BAFE-486D-9E84-BFC0507FDA27}" dt="2026-10-28T09:54:19.741" v="1" actId="47"/>
        <pc:sldMkLst>
          <pc:docMk/>
          <pc:sldMk cId="2912664564" sldId="280"/>
        </pc:sldMkLst>
      </pc:sldChg>
      <pc:sldChg chg="del">
        <pc:chgData name="Chen, Wen (Vicky)" userId="370386ac-7ced-43cd-aa57-a504dc959918" providerId="ADAL" clId="{A08629F2-BAFE-486D-9E84-BFC0507FDA27}" dt="2026-10-28T09:54:19.741" v="1" actId="47"/>
        <pc:sldMkLst>
          <pc:docMk/>
          <pc:sldMk cId="899082442" sldId="281"/>
        </pc:sldMkLst>
      </pc:sldChg>
      <pc:sldChg chg="del">
        <pc:chgData name="Chen, Wen (Vicky)" userId="370386ac-7ced-43cd-aa57-a504dc959918" providerId="ADAL" clId="{A08629F2-BAFE-486D-9E84-BFC0507FDA27}" dt="2026-10-28T09:54:19.741" v="1" actId="47"/>
        <pc:sldMkLst>
          <pc:docMk/>
          <pc:sldMk cId="1936621986" sldId="282"/>
        </pc:sldMkLst>
      </pc:sldChg>
      <pc:sldChg chg="del">
        <pc:chgData name="Chen, Wen (Vicky)" userId="370386ac-7ced-43cd-aa57-a504dc959918" providerId="ADAL" clId="{A08629F2-BAFE-486D-9E84-BFC0507FDA27}" dt="2026-10-28T09:54:19.741" v="1" actId="47"/>
        <pc:sldMkLst>
          <pc:docMk/>
          <pc:sldMk cId="2897248901" sldId="283"/>
        </pc:sldMkLst>
      </pc:sldChg>
      <pc:sldChg chg="del">
        <pc:chgData name="Chen, Wen (Vicky)" userId="370386ac-7ced-43cd-aa57-a504dc959918" providerId="ADAL" clId="{A08629F2-BAFE-486D-9E84-BFC0507FDA27}" dt="2026-10-28T10:01:10.378" v="9" actId="47"/>
        <pc:sldMkLst>
          <pc:docMk/>
          <pc:sldMk cId="2859063927" sldId="284"/>
        </pc:sldMkLst>
      </pc:sldChg>
      <pc:sldChg chg="del">
        <pc:chgData name="Chen, Wen (Vicky)" userId="370386ac-7ced-43cd-aa57-a504dc959918" providerId="ADAL" clId="{A08629F2-BAFE-486D-9E84-BFC0507FDA27}" dt="2026-10-28T09:54:08.269" v="0" actId="47"/>
        <pc:sldMkLst>
          <pc:docMk/>
          <pc:sldMk cId="488671642" sldId="285"/>
        </pc:sldMkLst>
      </pc:sldChg>
      <pc:sldChg chg="addSp delSp modSp new mod modClrScheme chgLayout">
        <pc:chgData name="Chen, Wen (Vicky)" userId="370386ac-7ced-43cd-aa57-a504dc959918" providerId="ADAL" clId="{A08629F2-BAFE-486D-9E84-BFC0507FDA27}" dt="2026-10-28T10:03:37.600" v="110" actId="1076"/>
        <pc:sldMkLst>
          <pc:docMk/>
          <pc:sldMk cId="1777069741" sldId="285"/>
        </pc:sldMkLst>
        <pc:spChg chg="del">
          <ac:chgData name="Chen, Wen (Vicky)" userId="370386ac-7ced-43cd-aa57-a504dc959918" providerId="ADAL" clId="{A08629F2-BAFE-486D-9E84-BFC0507FDA27}" dt="2026-10-28T09:54:29.746" v="3" actId="700"/>
          <ac:spMkLst>
            <pc:docMk/>
            <pc:sldMk cId="1777069741" sldId="285"/>
            <ac:spMk id="2" creationId="{657F82AD-C5B8-4968-DECD-AB43F5DCAECC}"/>
          </ac:spMkLst>
        </pc:spChg>
        <pc:spChg chg="del mod ord">
          <ac:chgData name="Chen, Wen (Vicky)" userId="370386ac-7ced-43cd-aa57-a504dc959918" providerId="ADAL" clId="{A08629F2-BAFE-486D-9E84-BFC0507FDA27}" dt="2026-10-28T09:54:29.746" v="3" actId="700"/>
          <ac:spMkLst>
            <pc:docMk/>
            <pc:sldMk cId="1777069741" sldId="285"/>
            <ac:spMk id="3" creationId="{A1C2D21D-1646-9566-3081-429676337E32}"/>
          </ac:spMkLst>
        </pc:spChg>
        <pc:spChg chg="del">
          <ac:chgData name="Chen, Wen (Vicky)" userId="370386ac-7ced-43cd-aa57-a504dc959918" providerId="ADAL" clId="{A08629F2-BAFE-486D-9E84-BFC0507FDA27}" dt="2026-10-28T09:54:29.746" v="3" actId="700"/>
          <ac:spMkLst>
            <pc:docMk/>
            <pc:sldMk cId="1777069741" sldId="285"/>
            <ac:spMk id="4" creationId="{227DFDB3-5F3F-7736-8267-95B8BADCB680}"/>
          </ac:spMkLst>
        </pc:spChg>
        <pc:spChg chg="add del mod ord">
          <ac:chgData name="Chen, Wen (Vicky)" userId="370386ac-7ced-43cd-aa57-a504dc959918" providerId="ADAL" clId="{A08629F2-BAFE-486D-9E84-BFC0507FDA27}" dt="2026-10-28T09:54:36.182" v="4" actId="700"/>
          <ac:spMkLst>
            <pc:docMk/>
            <pc:sldMk cId="1777069741" sldId="285"/>
            <ac:spMk id="5" creationId="{B63F92C7-CA2C-08EE-88CB-096614340C3F}"/>
          </ac:spMkLst>
        </pc:spChg>
        <pc:spChg chg="add del mod">
          <ac:chgData name="Chen, Wen (Vicky)" userId="370386ac-7ced-43cd-aa57-a504dc959918" providerId="ADAL" clId="{A08629F2-BAFE-486D-9E84-BFC0507FDA27}" dt="2026-10-28T10:01:04.629" v="7" actId="478"/>
          <ac:spMkLst>
            <pc:docMk/>
            <pc:sldMk cId="1777069741" sldId="285"/>
            <ac:spMk id="6" creationId="{DC789B0E-9151-EBB3-9C9A-7D921624BCB2}"/>
          </ac:spMkLst>
        </pc:spChg>
        <pc:spChg chg="mod">
          <ac:chgData name="Chen, Wen (Vicky)" userId="370386ac-7ced-43cd-aa57-a504dc959918" providerId="ADAL" clId="{A08629F2-BAFE-486D-9E84-BFC0507FDA27}" dt="2026-10-28T10:02:52.947" v="35" actId="14100"/>
          <ac:spMkLst>
            <pc:docMk/>
            <pc:sldMk cId="1777069741" sldId="285"/>
            <ac:spMk id="7" creationId="{FE9E712C-8D01-093E-F260-B456F83385A5}"/>
          </ac:spMkLst>
        </pc:spChg>
        <pc:spChg chg="mod">
          <ac:chgData name="Chen, Wen (Vicky)" userId="370386ac-7ced-43cd-aa57-a504dc959918" providerId="ADAL" clId="{A08629F2-BAFE-486D-9E84-BFC0507FDA27}" dt="2026-10-28T10:02:12.729" v="29" actId="948"/>
          <ac:spMkLst>
            <pc:docMk/>
            <pc:sldMk cId="1777069741" sldId="285"/>
            <ac:spMk id="8" creationId="{7C995DB8-75D8-49DC-0386-88FDA751971A}"/>
          </ac:spMkLst>
        </pc:spChg>
        <pc:spChg chg="add mod">
          <ac:chgData name="Chen, Wen (Vicky)" userId="370386ac-7ced-43cd-aa57-a504dc959918" providerId="ADAL" clId="{A08629F2-BAFE-486D-9E84-BFC0507FDA27}" dt="2026-10-28T10:03:37.600" v="110" actId="1076"/>
          <ac:spMkLst>
            <pc:docMk/>
            <pc:sldMk cId="1777069741" sldId="285"/>
            <ac:spMk id="9" creationId="{455E59B8-9F4D-053C-0F8B-5ED9412D6AB0}"/>
          </ac:spMkLst>
        </pc:spChg>
        <pc:spChg chg="add mod">
          <ac:chgData name="Chen, Wen (Vicky)" userId="370386ac-7ced-43cd-aa57-a504dc959918" providerId="ADAL" clId="{A08629F2-BAFE-486D-9E84-BFC0507FDA27}" dt="2026-10-28T10:01:05.009" v="8"/>
          <ac:spMkLst>
            <pc:docMk/>
            <pc:sldMk cId="1777069741" sldId="285"/>
            <ac:spMk id="17" creationId="{0DEFB17D-6681-9646-6AEB-AA8BC90223D4}"/>
          </ac:spMkLst>
        </pc:spChg>
        <pc:spChg chg="add mod">
          <ac:chgData name="Chen, Wen (Vicky)" userId="370386ac-7ced-43cd-aa57-a504dc959918" providerId="ADAL" clId="{A08629F2-BAFE-486D-9E84-BFC0507FDA27}" dt="2026-10-28T10:01:05.009" v="8"/>
          <ac:spMkLst>
            <pc:docMk/>
            <pc:sldMk cId="1777069741" sldId="285"/>
            <ac:spMk id="23" creationId="{485C4FA3-129B-F950-2BCA-DCE18597BC89}"/>
          </ac:spMkLst>
        </pc:spChg>
        <pc:spChg chg="add mod">
          <ac:chgData name="Chen, Wen (Vicky)" userId="370386ac-7ced-43cd-aa57-a504dc959918" providerId="ADAL" clId="{A08629F2-BAFE-486D-9E84-BFC0507FDA27}" dt="2026-10-28T10:01:05.009" v="8"/>
          <ac:spMkLst>
            <pc:docMk/>
            <pc:sldMk cId="1777069741" sldId="285"/>
            <ac:spMk id="25" creationId="{77966AF8-61F6-A290-A297-72FBA829E9F9}"/>
          </ac:spMkLst>
        </pc:spChg>
        <pc:spChg chg="add mod">
          <ac:chgData name="Chen, Wen (Vicky)" userId="370386ac-7ced-43cd-aa57-a504dc959918" providerId="ADAL" clId="{A08629F2-BAFE-486D-9E84-BFC0507FDA27}" dt="2026-10-28T10:01:05.009" v="8"/>
          <ac:spMkLst>
            <pc:docMk/>
            <pc:sldMk cId="1777069741" sldId="285"/>
            <ac:spMk id="30" creationId="{3AD9C1E2-56A2-91FD-2214-C3508F5F5345}"/>
          </ac:spMkLst>
        </pc:spChg>
        <pc:spChg chg="add mod">
          <ac:chgData name="Chen, Wen (Vicky)" userId="370386ac-7ced-43cd-aa57-a504dc959918" providerId="ADAL" clId="{A08629F2-BAFE-486D-9E84-BFC0507FDA27}" dt="2026-10-28T10:01:05.009" v="8"/>
          <ac:spMkLst>
            <pc:docMk/>
            <pc:sldMk cId="1777069741" sldId="285"/>
            <ac:spMk id="34" creationId="{35818903-E8A5-070B-B626-2835FFF26BE2}"/>
          </ac:spMkLst>
        </pc:spChg>
        <pc:spChg chg="add mod">
          <ac:chgData name="Chen, Wen (Vicky)" userId="370386ac-7ced-43cd-aa57-a504dc959918" providerId="ADAL" clId="{A08629F2-BAFE-486D-9E84-BFC0507FDA27}" dt="2026-10-28T10:01:05.009" v="8"/>
          <ac:spMkLst>
            <pc:docMk/>
            <pc:sldMk cId="1777069741" sldId="285"/>
            <ac:spMk id="37" creationId="{6901D43C-2CF0-2C54-2E0B-69ABAC43B76A}"/>
          </ac:spMkLst>
        </pc:spChg>
        <pc:spChg chg="add mod">
          <ac:chgData name="Chen, Wen (Vicky)" userId="370386ac-7ced-43cd-aa57-a504dc959918" providerId="ADAL" clId="{A08629F2-BAFE-486D-9E84-BFC0507FDA27}" dt="2026-10-28T10:02:48.219" v="34" actId="1076"/>
          <ac:spMkLst>
            <pc:docMk/>
            <pc:sldMk cId="1777069741" sldId="285"/>
            <ac:spMk id="41" creationId="{7208B36C-4D3C-053B-772C-E9455269F56C}"/>
          </ac:spMkLst>
        </pc:spChg>
        <pc:spChg chg="add mod">
          <ac:chgData name="Chen, Wen (Vicky)" userId="370386ac-7ced-43cd-aa57-a504dc959918" providerId="ADAL" clId="{A08629F2-BAFE-486D-9E84-BFC0507FDA27}" dt="2026-10-28T10:03:33.858" v="109" actId="14100"/>
          <ac:spMkLst>
            <pc:docMk/>
            <pc:sldMk cId="1777069741" sldId="285"/>
            <ac:spMk id="54" creationId="{58960BED-4C88-4AA4-8F7B-F67A2FC46A15}"/>
          </ac:spMkLst>
        </pc:spChg>
        <pc:spChg chg="add mod">
          <ac:chgData name="Chen, Wen (Vicky)" userId="370386ac-7ced-43cd-aa57-a504dc959918" providerId="ADAL" clId="{A08629F2-BAFE-486D-9E84-BFC0507FDA27}" dt="2026-10-28T10:03:24.112" v="85" actId="20577"/>
          <ac:spMkLst>
            <pc:docMk/>
            <pc:sldMk cId="1777069741" sldId="285"/>
            <ac:spMk id="56" creationId="{6B37ED8F-95C2-063E-D72D-A64EF03CBD94}"/>
          </ac:spMkLst>
        </pc:spChg>
        <pc:cxnChg chg="mod">
          <ac:chgData name="Chen, Wen (Vicky)" userId="370386ac-7ced-43cd-aa57-a504dc959918" providerId="ADAL" clId="{A08629F2-BAFE-486D-9E84-BFC0507FDA27}" dt="2026-10-28T10:02:35.640" v="32" actId="14100"/>
          <ac:cxnSpMkLst>
            <pc:docMk/>
            <pc:sldMk cId="1777069741" sldId="285"/>
            <ac:cxnSpMk id="12" creationId="{C6959FA9-7E35-379E-77F4-1F6BBF5DF8D9}"/>
          </ac:cxnSpMkLst>
        </pc:cxnChg>
        <pc:cxnChg chg="mod">
          <ac:chgData name="Chen, Wen (Vicky)" userId="370386ac-7ced-43cd-aa57-a504dc959918" providerId="ADAL" clId="{A08629F2-BAFE-486D-9E84-BFC0507FDA27}" dt="2026-10-28T10:02:40.776" v="33" actId="14100"/>
          <ac:cxnSpMkLst>
            <pc:docMk/>
            <pc:sldMk cId="1777069741" sldId="285"/>
            <ac:cxnSpMk id="13" creationId="{933CCBA0-FAB3-2B8C-FF7C-6D01676E605B}"/>
          </ac:cxnSpMkLst>
        </pc:cxnChg>
        <pc:cxnChg chg="mod">
          <ac:chgData name="Chen, Wen (Vicky)" userId="370386ac-7ced-43cd-aa57-a504dc959918" providerId="ADAL" clId="{A08629F2-BAFE-486D-9E84-BFC0507FDA27}" dt="2026-10-28T10:02:31.137" v="31" actId="14100"/>
          <ac:cxnSpMkLst>
            <pc:docMk/>
            <pc:sldMk cId="1777069741" sldId="285"/>
            <ac:cxnSpMk id="14" creationId="{F1E00891-515C-956C-17FC-86789D545647}"/>
          </ac:cxnSpMkLst>
        </pc:cxnChg>
      </pc:sldChg>
      <pc:sldChg chg="del">
        <pc:chgData name="Chen, Wen (Vicky)" userId="370386ac-7ced-43cd-aa57-a504dc959918" providerId="ADAL" clId="{A08629F2-BAFE-486D-9E84-BFC0507FDA27}" dt="2026-10-28T09:54:19.741" v="1" actId="47"/>
        <pc:sldMkLst>
          <pc:docMk/>
          <pc:sldMk cId="1702984821" sldId="286"/>
        </pc:sldMkLst>
      </pc:sldChg>
    </pc:docChg>
  </pc:docChgLst>
</pc:chgInfo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chart>
    <c:plotArea>
      <c:scatterChart>
        <c:scatterStyle val="lineMarker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DeepJSCC-Q</c:v>
                </c:pt>
              </c:strCache>
            </c:strRef>
          </c:tx>
          <c:spPr>
            <a:ln w="19050">
              <a:solidFill>
                <a:srgbClr val="2E5E8E"/>
              </a:solidFill>
            </a:ln>
          </c:spPr>
          <c:marker>
            <c:symbol val="circle"/>
            <c:size val="4"/>
            <c:spPr>
              <a:solidFill>
                <a:srgbClr val="FFFFFF"/>
              </a:solidFill>
              <a:ln>
                <a:solidFill>
                  <a:srgbClr val="2E5E8E"/>
                </a:solidFill>
              </a:ln>
            </c:spPr>
          </c:marker>
          <c:xVal>
            <c:numRef>
              <c:f>Sheet1!$A$2:$A$36</c:f>
              <c:numCache>
                <c:formatCode>General</c:formatCode>
                <c:ptCount val="35"/>
                <c:pt idx="0">
                  <c:v>2.94</c:v>
                </c:pt>
                <c:pt idx="1">
                  <c:v>4.94</c:v>
                </c:pt>
                <c:pt idx="2">
                  <c:v>5.9</c:v>
                </c:pt>
                <c:pt idx="3">
                  <c:v>7.03</c:v>
                </c:pt>
                <c:pt idx="4">
                  <c:v>8.43</c:v>
                </c:pt>
                <c:pt idx="5">
                  <c:v>9.3</c:v>
                </c:pt>
                <c:pt idx="6">
                  <c:v>10.49</c:v>
                </c:pt>
                <c:pt idx="7">
                  <c:v>11.48</c:v>
                </c:pt>
                <c:pt idx="8">
                  <c:v>12.48</c:v>
                </c:pt>
                <c:pt idx="9">
                  <c:v>13.02</c:v>
                </c:pt>
                <c:pt idx="10">
                  <c:v>13.74</c:v>
                </c:pt>
                <c:pt idx="11">
                  <c:v>14.18</c:v>
                </c:pt>
                <c:pt idx="12">
                  <c:v>15.76</c:v>
                </c:pt>
                <c:pt idx="13">
                  <c:v>16.33</c:v>
                </c:pt>
                <c:pt idx="14">
                  <c:v>17.03</c:v>
                </c:pt>
                <c:pt idx="15">
                  <c:v>17.36</c:v>
                </c:pt>
                <c:pt idx="16">
                  <c:v>17.38</c:v>
                </c:pt>
                <c:pt idx="17">
                  <c:v>18.45</c:v>
                </c:pt>
                <c:pt idx="18">
                  <c:v>18.91</c:v>
                </c:pt>
                <c:pt idx="19">
                  <c:v>19.54</c:v>
                </c:pt>
                <c:pt idx="20">
                  <c:v>19.68</c:v>
                </c:pt>
                <c:pt idx="21">
                  <c:v>20.79</c:v>
                </c:pt>
                <c:pt idx="22">
                  <c:v>21.31</c:v>
                </c:pt>
                <c:pt idx="23">
                  <c:v>22.48</c:v>
                </c:pt>
                <c:pt idx="24">
                  <c:v>23.1</c:v>
                </c:pt>
                <c:pt idx="25">
                  <c:v>23.24</c:v>
                </c:pt>
                <c:pt idx="26">
                  <c:v>24.49</c:v>
                </c:pt>
                <c:pt idx="27">
                  <c:v>26.5</c:v>
                </c:pt>
                <c:pt idx="28">
                  <c:v>27.69</c:v>
                </c:pt>
                <c:pt idx="29">
                  <c:v>29.56</c:v>
                </c:pt>
                <c:pt idx="30">
                  <c:v>31.97</c:v>
                </c:pt>
                <c:pt idx="31">
                  <c:v>34.43</c:v>
                </c:pt>
                <c:pt idx="32">
                  <c:v>35.2</c:v>
                </c:pt>
                <c:pt idx="33">
                  <c:v>36.14</c:v>
                </c:pt>
                <c:pt idx="34">
                  <c:v>36.49</c:v>
                </c:pt>
              </c:numCache>
            </c:numRef>
          </c:xVal>
          <c:yVal>
            <c:numRef>
              <c:f>Sheet1!$B$2:$B$36</c:f>
              <c:numCache>
                <c:formatCode>General</c:formatCode>
                <c:ptCount val="35"/>
                <c:pt idx="0">
                  <c:v>23.51</c:v>
                </c:pt>
                <c:pt idx="1">
                  <c:v>25.58</c:v>
                </c:pt>
                <c:pt idx="2">
                  <c:v>26.94</c:v>
                </c:pt>
                <c:pt idx="3">
                  <c:v>28.22</c:v>
                </c:pt>
                <c:pt idx="4">
                  <c:v>29.1</c:v>
                </c:pt>
                <c:pt idx="5">
                  <c:v>29.77</c:v>
                </c:pt>
                <c:pt idx="6">
                  <c:v>30.4</c:v>
                </c:pt>
                <c:pt idx="7">
                  <c:v>30.72</c:v>
                </c:pt>
                <c:pt idx="8">
                  <c:v>30.96</c:v>
                </c:pt>
                <c:pt idx="9">
                  <c:v>31.01</c:v>
                </c:pt>
                <c:pt idx="10">
                  <c:v>31.22</c:v>
                </c:pt>
                <c:pt idx="11">
                  <c:v>31.46</c:v>
                </c:pt>
                <c:pt idx="12">
                  <c:v>31.49</c:v>
                </c:pt>
                <c:pt idx="13">
                  <c:v>31.68</c:v>
                </c:pt>
                <c:pt idx="14">
                  <c:v>31.74</c:v>
                </c:pt>
                <c:pt idx="15">
                  <c:v>31.79</c:v>
                </c:pt>
                <c:pt idx="16">
                  <c:v>31.8</c:v>
                </c:pt>
                <c:pt idx="17">
                  <c:v>31.87</c:v>
                </c:pt>
                <c:pt idx="18">
                  <c:v>31.91</c:v>
                </c:pt>
                <c:pt idx="19">
                  <c:v>31.94</c:v>
                </c:pt>
                <c:pt idx="20">
                  <c:v>31.95</c:v>
                </c:pt>
                <c:pt idx="21">
                  <c:v>32.0</c:v>
                </c:pt>
                <c:pt idx="22">
                  <c:v>32.03</c:v>
                </c:pt>
                <c:pt idx="23">
                  <c:v>32.07</c:v>
                </c:pt>
                <c:pt idx="24">
                  <c:v>32.09</c:v>
                </c:pt>
                <c:pt idx="25">
                  <c:v>32.1</c:v>
                </c:pt>
                <c:pt idx="26">
                  <c:v>32.13</c:v>
                </c:pt>
                <c:pt idx="27">
                  <c:v>32.16</c:v>
                </c:pt>
                <c:pt idx="28">
                  <c:v>32.17</c:v>
                </c:pt>
                <c:pt idx="29">
                  <c:v>32.19</c:v>
                </c:pt>
                <c:pt idx="30">
                  <c:v>32.2</c:v>
                </c:pt>
                <c:pt idx="31">
                  <c:v>32.21</c:v>
                </c:pt>
                <c:pt idx="32">
                  <c:v>32.21</c:v>
                </c:pt>
                <c:pt idx="33">
                  <c:v>32.21</c:v>
                </c:pt>
                <c:pt idx="34">
                  <c:v>32.21</c:v>
                </c:pt>
              </c:numCache>
            </c:numRef>
          </c:yVal>
          <c:smooth val="0"/>
        </c:ser>
        <c:ser>
          <c:idx val="1"/>
          <c:order val="1"/>
          <c:tx>
            <c:strRef>
              <c:f>Sheet1!$B$38</c:f>
              <c:strCache>
                <c:ptCount val="1"/>
                <c:pt idx="0">
                  <c:v>JPEG + LDPC (SSCC)</c:v>
                </c:pt>
              </c:strCache>
            </c:strRef>
          </c:tx>
          <c:spPr>
            <a:ln w="19050">
              <a:solidFill>
                <a:srgbClr val="C8602A"/>
              </a:solidFill>
            </a:ln>
          </c:spPr>
          <c:marker>
            <c:symbol val="triangle"/>
            <c:size val="4"/>
            <c:spPr>
              <a:solidFill>
                <a:srgbClr val="FFFFFF"/>
              </a:solidFill>
              <a:ln>
                <a:solidFill>
                  <a:srgbClr val="C8602A"/>
                </a:solidFill>
              </a:ln>
            </c:spPr>
          </c:marker>
          <c:xVal>
            <c:numRef>
              <c:f>Sheet1!$A$39:$A$70</c:f>
              <c:numCache>
                <c:formatCode>General</c:formatCode>
                <c:ptCount val="32"/>
                <c:pt idx="0">
                  <c:v>5.15</c:v>
                </c:pt>
                <c:pt idx="1">
                  <c:v>7.91</c:v>
                </c:pt>
                <c:pt idx="2">
                  <c:v>9.21</c:v>
                </c:pt>
                <c:pt idx="3">
                  <c:v>9.62</c:v>
                </c:pt>
                <c:pt idx="4">
                  <c:v>10.52</c:v>
                </c:pt>
                <c:pt idx="5">
                  <c:v>13.67</c:v>
                </c:pt>
                <c:pt idx="6">
                  <c:v>14.51</c:v>
                </c:pt>
                <c:pt idx="7">
                  <c:v>16.17</c:v>
                </c:pt>
                <c:pt idx="8">
                  <c:v>16.55</c:v>
                </c:pt>
                <c:pt idx="9">
                  <c:v>18.84</c:v>
                </c:pt>
                <c:pt idx="10">
                  <c:v>19.02</c:v>
                </c:pt>
                <c:pt idx="11">
                  <c:v>19.15</c:v>
                </c:pt>
                <c:pt idx="12">
                  <c:v>19.4</c:v>
                </c:pt>
                <c:pt idx="13">
                  <c:v>19.56</c:v>
                </c:pt>
                <c:pt idx="14">
                  <c:v>19.96</c:v>
                </c:pt>
                <c:pt idx="15">
                  <c:v>20.31</c:v>
                </c:pt>
                <c:pt idx="16">
                  <c:v>20.94</c:v>
                </c:pt>
                <c:pt idx="17">
                  <c:v>21.77</c:v>
                </c:pt>
                <c:pt idx="18">
                  <c:v>21.85</c:v>
                </c:pt>
                <c:pt idx="19">
                  <c:v>22.67</c:v>
                </c:pt>
                <c:pt idx="20">
                  <c:v>25.13</c:v>
                </c:pt>
                <c:pt idx="21">
                  <c:v>25.71</c:v>
                </c:pt>
                <c:pt idx="22">
                  <c:v>27.49</c:v>
                </c:pt>
                <c:pt idx="23">
                  <c:v>28.02</c:v>
                </c:pt>
                <c:pt idx="24">
                  <c:v>28.64</c:v>
                </c:pt>
                <c:pt idx="25">
                  <c:v>30.27</c:v>
                </c:pt>
                <c:pt idx="26">
                  <c:v>32.4</c:v>
                </c:pt>
                <c:pt idx="27">
                  <c:v>34.48</c:v>
                </c:pt>
                <c:pt idx="28">
                  <c:v>35.22</c:v>
                </c:pt>
                <c:pt idx="29">
                  <c:v>35.76</c:v>
                </c:pt>
                <c:pt idx="30">
                  <c:v>36.11</c:v>
                </c:pt>
                <c:pt idx="31">
                  <c:v>36.85</c:v>
                </c:pt>
              </c:numCache>
            </c:numRef>
          </c:xVal>
          <c:yVal>
            <c:numRef>
              <c:f>Sheet1!$B$39:$B$70</c:f>
              <c:numCache>
                <c:formatCode>General</c:formatCode>
                <c:ptCount val="32"/>
                <c:pt idx="0">
                  <c:v>9.62</c:v>
                </c:pt>
                <c:pt idx="1">
                  <c:v>9.54</c:v>
                </c:pt>
                <c:pt idx="2">
                  <c:v>9.59</c:v>
                </c:pt>
                <c:pt idx="3">
                  <c:v>9.65</c:v>
                </c:pt>
                <c:pt idx="4">
                  <c:v>9.64</c:v>
                </c:pt>
                <c:pt idx="5">
                  <c:v>14.04</c:v>
                </c:pt>
                <c:pt idx="6">
                  <c:v>9.5</c:v>
                </c:pt>
                <c:pt idx="7">
                  <c:v>9.12</c:v>
                </c:pt>
                <c:pt idx="8">
                  <c:v>9.34</c:v>
                </c:pt>
                <c:pt idx="9">
                  <c:v>27.78</c:v>
                </c:pt>
                <c:pt idx="10">
                  <c:v>28.3</c:v>
                </c:pt>
                <c:pt idx="11">
                  <c:v>28.15</c:v>
                </c:pt>
                <c:pt idx="12">
                  <c:v>25.04</c:v>
                </c:pt>
                <c:pt idx="13">
                  <c:v>28.99</c:v>
                </c:pt>
                <c:pt idx="14">
                  <c:v>29.18</c:v>
                </c:pt>
                <c:pt idx="15">
                  <c:v>29.34</c:v>
                </c:pt>
                <c:pt idx="16">
                  <c:v>29.42</c:v>
                </c:pt>
                <c:pt idx="17">
                  <c:v>29.42</c:v>
                </c:pt>
                <c:pt idx="18">
                  <c:v>29.42</c:v>
                </c:pt>
                <c:pt idx="19">
                  <c:v>29.42</c:v>
                </c:pt>
                <c:pt idx="20">
                  <c:v>29.42</c:v>
                </c:pt>
                <c:pt idx="21">
                  <c:v>29.34</c:v>
                </c:pt>
                <c:pt idx="22">
                  <c:v>29.42</c:v>
                </c:pt>
                <c:pt idx="23">
                  <c:v>29.42</c:v>
                </c:pt>
                <c:pt idx="24">
                  <c:v>29.42</c:v>
                </c:pt>
                <c:pt idx="25">
                  <c:v>29.42</c:v>
                </c:pt>
                <c:pt idx="26">
                  <c:v>29.42</c:v>
                </c:pt>
                <c:pt idx="27">
                  <c:v>29.42</c:v>
                </c:pt>
                <c:pt idx="28">
                  <c:v>29.42</c:v>
                </c:pt>
                <c:pt idx="29">
                  <c:v>29.42</c:v>
                </c:pt>
                <c:pt idx="30">
                  <c:v>29.42</c:v>
                </c:pt>
                <c:pt idx="31">
                  <c:v>29.42</c:v>
                </c:pt>
              </c:numCache>
            </c:numRef>
          </c:yVal>
          <c:smooth val="0"/>
        </c:ser>
        <c:axId val="-2128940872"/>
        <c:axId val="-2129643912"/>
      </c:scatterChart>
      <c:valAx>
        <c:axId val="-2128940872"/>
        <c:scaling>
          <c:orientation val="minMax"/>
          <c:max val="39.0"/>
          <c:min val="0.0"/>
        </c:scaling>
        <c:delete val="0"/>
        <c:axPos val="b"/>
        <c:title>
          <c:tx>
            <c:rich>
              <a:bodyPr/>
              <a:lstStyle/>
              <a:p>
                <a:r>
                  <a:rPr sz="800" b="0" lang="zh-CN" altLang="en-US">
                    <a:solidFill>
                      <a:srgbClr val="1F2933"/>
                    </a:solidFill>
                    <a:ea typeface="Noto Sans SC Static"/>
                  </a:rPr>
                  <a:t>空口SNR (dB)</a:t>
                </a:r>
              </a:p>
            </c:rich>
          </c:tx>
          <c:layout/>
          <c:overlay val="0"/>
        </c:title>
        <c:numFmt formatCode="General" sourceLinked="1"/>
        <c:majorTickMark val="out"/>
        <c:minorTickMark val="none"/>
        <c:tickLblPos val="nextTo"/>
        <c:spPr>
          <a:ln>
            <a:solidFill>
              <a:srgbClr val="B8C7D6"/>
            </a:solidFill>
          </a:ln>
        </c:spPr>
        <c:txPr>
          <a:bodyPr/>
          <a:lstStyle/>
          <a:p>
            <a:pPr>
              <a:defRPr sz="800">
                <a:solidFill>
                  <a:srgbClr val="52606D"/>
                </a:solidFill>
                <a:ea typeface="Noto Sans SC Static"/>
              </a:defRPr>
            </a:pPr>
          </a:p>
        </c:txPr>
        <c:crossAx val="-2129643912"/>
        <c:crosses val="autoZero"/>
        <c:crossBetween val="midCat"/>
        <c:majorUnit val="6.0"/>
      </c:valAx>
      <c:valAx>
        <c:axId val="-2129643912"/>
        <c:scaling>
          <c:orientation val="minMax"/>
          <c:max val="35.0"/>
          <c:min val="5.0"/>
        </c:scaling>
        <c:delete val="0"/>
        <c:axPos val="l"/>
        <c:majorGridlines>
          <c:spPr>
            <a:ln>
              <a:solidFill>
                <a:srgbClr val="E3E8EE"/>
              </a:solidFill>
            </a:ln>
          </c:spPr>
        </c:majorGridlines>
        <c:title>
          <c:tx>
            <c:rich>
              <a:bodyPr/>
              <a:lstStyle/>
              <a:p>
                <a:r>
                  <a:rPr sz="800" b="0" lang="zh-CN" altLang="en-US">
                    <a:solidFill>
                      <a:srgbClr val="1F2933"/>
                    </a:solidFill>
                    <a:ea typeface="Noto Sans SC Static"/>
                  </a:rPr>
                  <a:t>PSNR (dB)</a:t>
                </a:r>
              </a:p>
            </c:rich>
          </c:tx>
          <c:layout/>
          <c:overlay val="0"/>
        </c:title>
        <c:numFmt formatCode="General" sourceLinked="1"/>
        <c:majorTickMark val="out"/>
        <c:minorTickMark val="none"/>
        <c:tickLblPos val="nextTo"/>
        <c:spPr>
          <a:ln>
            <a:solidFill>
              <a:srgbClr val="B8C7D6"/>
            </a:solidFill>
          </a:ln>
        </c:spPr>
        <c:txPr>
          <a:bodyPr/>
          <a:lstStyle/>
          <a:p>
            <a:pPr>
              <a:defRPr sz="800">
                <a:solidFill>
                  <a:srgbClr val="52606D"/>
                </a:solidFill>
                <a:ea typeface="Noto Sans SC Static"/>
              </a:defRPr>
            </a:pPr>
          </a:p>
        </c:txPr>
        <c:crossAx val="-2128940872"/>
        <c:crosses val="autoZero"/>
        <c:crossBetween val="midCat"/>
        <c:majorUnit val="5.0"/>
      </c:valAx>
    </c:plotArea>
    <c:legend>
      <c:legendPos val="b"/>
      <c:layout/>
      <c:overlay val="0"/>
    </c:legend>
    <c:plotVisOnly val="1"/>
    <c:dispBlanksAs val="gap"/>
    <c:showDLblsOverMax val="0"/>
  </c:chart>
  <c:txPr>
    <a:bodyPr/>
    <a:lstStyle/>
    <a:p>
      <a:pPr>
        <a:defRPr sz="800">
          <a:latin typeface="Calibri"/>
          <a:ea typeface="Noto Sans SC Static"/>
        </a:defRPr>
      </a:pPr>
      <a:endParaRPr lang="en-US">
        <a:ea typeface="Noto Sans SC Static"/>
      </a:endParaRPr>
    </a:p>
  </c:txPr>
  <c:externalData r:id="rId1">
    <c:autoUpdate val="0"/>
  </c:externalData>
</c:chartSpace>
</file>

<file path=ppt/handoutMasters/_rels/handout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Header Placeholder 7">
            <a:extLst>
              <a:ext uri="{FF2B5EF4-FFF2-40B4-BE49-F238E27FC236}">
                <a16:creationId xmlns:a16="http://schemas.microsoft.com/office/drawing/2014/main" id="{6D9F846D-2CFB-BC42-A87F-3BBAB1736315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231887" y="106595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endParaRPr lang="en-US" dirty="0"/>
          </a:p>
        </p:txBody>
      </p:sp>
      <p:sp>
        <p:nvSpPr>
          <p:cNvPr id="11" name="Footer Placeholder 9">
            <a:extLst>
              <a:ext uri="{FF2B5EF4-FFF2-40B4-BE49-F238E27FC236}">
                <a16:creationId xmlns:a16="http://schemas.microsoft.com/office/drawing/2014/main" id="{88408BE6-8E91-914D-8FB2-836E9E3F520F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224725" y="8686801"/>
            <a:ext cx="5409296" cy="355964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marL="0" indent="0" algn="l">
              <a:defRPr sz="6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defTabSz="914099" eaLnBrk="0" hangingPunct="0"/>
            <a:r>
              <a:rPr lang="en-US">
                <a:ea typeface="Segoe UI" pitchFamily="34" charset="0"/>
              </a:rPr>
              <a:t>© Advanced Micro Devices, Inc. All rights reserved. Confidential – Not for distribution.</a:t>
            </a:r>
            <a:endParaRPr lang="en-US" dirty="0">
              <a:ea typeface="Segoe UI" pitchFamily="34" charset="0"/>
            </a:endParaRPr>
          </a:p>
        </p:txBody>
      </p:sp>
      <p:sp>
        <p:nvSpPr>
          <p:cNvPr id="12" name="Date Placeholder 10">
            <a:extLst>
              <a:ext uri="{FF2B5EF4-FFF2-40B4-BE49-F238E27FC236}">
                <a16:creationId xmlns:a16="http://schemas.microsoft.com/office/drawing/2014/main" id="{053A4A9A-59E9-FE4E-8C48-82287B8CFB96}"/>
              </a:ext>
            </a:extLst>
          </p:cNvPr>
          <p:cNvSpPr>
            <a:spLocks noGrp="1"/>
          </p:cNvSpPr>
          <p:nvPr>
            <p:ph type="dt" idx="1"/>
          </p:nvPr>
        </p:nvSpPr>
        <p:spPr>
          <a:xfrm>
            <a:off x="3661475" y="118832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fld id="{076B0810-FC62-EE4E-BF04-55F4B7654175}" type="datetime8">
              <a:rPr lang="en-US" smtClean="0"/>
              <a:pPr/>
              <a:t>10/28/2026 5:54 PM</a:t>
            </a:fld>
            <a:endParaRPr lang="en-US" dirty="0"/>
          </a:p>
        </p:txBody>
      </p:sp>
      <p:sp>
        <p:nvSpPr>
          <p:cNvPr id="13" name="Slide Number Placeholder 12">
            <a:extLst>
              <a:ext uri="{FF2B5EF4-FFF2-40B4-BE49-F238E27FC236}">
                <a16:creationId xmlns:a16="http://schemas.microsoft.com/office/drawing/2014/main" id="{0ECC6F94-A19F-3C4E-B299-330922AF660D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5839568" y="8685214"/>
            <a:ext cx="793708" cy="355964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9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fld id="{B4008EB6-D09E-4580-8CD6-DDB14511944F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904595630"/>
      </p:ext>
    </p:extLst>
  </p:cSld>
  <p:clrMap bg1="lt1" tx1="dk1" bg2="lt2" tx2="dk2" accent1="accent1" accent2="accent2" accent3="accent3" accent4="accent4" accent5="accent5" accent6="accent6" hlink="hlink" folHlink="folHlink"/>
  <p:hf hdr="0" dt="0"/>
</p:handoutMaster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Header Placeholder 7"/>
          <p:cNvSpPr>
            <a:spLocks noGrp="1"/>
          </p:cNvSpPr>
          <p:nvPr>
            <p:ph type="hdr" sz="quarter"/>
          </p:nvPr>
        </p:nvSpPr>
        <p:spPr>
          <a:xfrm>
            <a:off x="231887" y="106595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endParaRPr lang="en-US" dirty="0"/>
          </a:p>
        </p:txBody>
      </p:sp>
      <p:sp>
        <p:nvSpPr>
          <p:cNvPr id="9" name="Slide Image Placeholder 8"/>
          <p:cNvSpPr>
            <a:spLocks noGrp="1" noRot="1" noChangeAspect="1"/>
          </p:cNvSpPr>
          <p:nvPr>
            <p:ph type="sldImg" idx="2"/>
          </p:nvPr>
        </p:nvSpPr>
        <p:spPr>
          <a:xfrm>
            <a:off x="658813" y="684213"/>
            <a:ext cx="5540375" cy="311785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 dirty="0"/>
          </a:p>
        </p:txBody>
      </p:sp>
      <p:sp>
        <p:nvSpPr>
          <p:cNvPr id="10" name="Footer Placeholder 9"/>
          <p:cNvSpPr>
            <a:spLocks noGrp="1"/>
          </p:cNvSpPr>
          <p:nvPr>
            <p:ph type="ftr" sz="quarter" idx="4"/>
          </p:nvPr>
        </p:nvSpPr>
        <p:spPr>
          <a:xfrm>
            <a:off x="224725" y="8686801"/>
            <a:ext cx="5409296" cy="355964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marL="0" indent="0" algn="l">
              <a:defRPr sz="6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defTabSz="914099" eaLnBrk="0" hangingPunct="0"/>
            <a:r>
              <a:rPr lang="en-US">
                <a:ea typeface="Segoe UI" pitchFamily="34" charset="0"/>
              </a:rPr>
              <a:t>© Advanced Micro Devices, Inc. All rights reserved. Confidential – Not for distribution.</a:t>
            </a:r>
            <a:endParaRPr lang="en-US" dirty="0">
              <a:ea typeface="Segoe UI" pitchFamily="34" charset="0"/>
            </a:endParaRPr>
          </a:p>
        </p:txBody>
      </p:sp>
      <p:sp>
        <p:nvSpPr>
          <p:cNvPr id="11" name="Date Placeholder 10"/>
          <p:cNvSpPr>
            <a:spLocks noGrp="1"/>
          </p:cNvSpPr>
          <p:nvPr>
            <p:ph type="dt" idx="1"/>
          </p:nvPr>
        </p:nvSpPr>
        <p:spPr>
          <a:xfrm>
            <a:off x="3661475" y="118832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fld id="{076B0810-FC62-EE4E-BF04-55F4B7654175}" type="datetime8">
              <a:rPr lang="en-US" smtClean="0"/>
              <a:pPr/>
              <a:t>10/28/2026 5:51 PM</a:t>
            </a:fld>
            <a:endParaRPr lang="en-US" dirty="0"/>
          </a:p>
        </p:txBody>
      </p:sp>
      <p:sp>
        <p:nvSpPr>
          <p:cNvPr id="12" name="Notes Placeholder 11"/>
          <p:cNvSpPr>
            <a:spLocks noGrp="1"/>
          </p:cNvSpPr>
          <p:nvPr>
            <p:ph type="body" sz="quarter" idx="3"/>
          </p:nvPr>
        </p:nvSpPr>
        <p:spPr>
          <a:xfrm>
            <a:off x="685800" y="4107052"/>
            <a:ext cx="5486400" cy="4351149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13" name="Slide Number Placeholder 12"/>
          <p:cNvSpPr>
            <a:spLocks noGrp="1"/>
          </p:cNvSpPr>
          <p:nvPr>
            <p:ph type="sldNum" sz="quarter" idx="5"/>
          </p:nvPr>
        </p:nvSpPr>
        <p:spPr>
          <a:xfrm>
            <a:off x="5839568" y="8685214"/>
            <a:ext cx="793708" cy="355964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9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fld id="{B4008EB6-D09E-4580-8CD6-DDB14511944F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624648265"/>
      </p:ext>
    </p:extLst>
  </p:cSld>
  <p:clrMap bg1="lt1" tx1="dk1" bg2="lt2" tx2="dk2" accent1="accent1" accent2="accent2" accent3="accent3" accent4="accent4" accent5="accent5" accent6="accent6" hlink="hlink" folHlink="folHlink"/>
  <p:hf hdr="0" dt="0"/>
  <p:notesStyle>
    <a:lvl1pPr marL="0" algn="l" defTabSz="914367" rtl="0" eaLnBrk="1" latinLnBrk="0" hangingPunct="1">
      <a:lnSpc>
        <a:spcPct val="90000"/>
      </a:lnSpc>
      <a:spcAft>
        <a:spcPts val="333"/>
      </a:spcAft>
      <a:defRPr sz="1200" b="0" i="0" kern="1200">
        <a:solidFill>
          <a:schemeClr val="tx1"/>
        </a:solidFill>
        <a:latin typeface="Arial" panose="020B0604020202020204" pitchFamily="34" charset="0"/>
        <a:ea typeface="+mn-ea"/>
        <a:cs typeface="Arial" panose="020B0604020202020204" pitchFamily="34" charset="0"/>
      </a:defRPr>
    </a:lvl1pPr>
    <a:lvl2pPr marL="212982" indent="-105829" algn="l" defTabSz="914367" rtl="0" eaLnBrk="1" latinLnBrk="0" hangingPunct="1">
      <a:lnSpc>
        <a:spcPct val="90000"/>
      </a:lnSpc>
      <a:spcAft>
        <a:spcPts val="333"/>
      </a:spcAft>
      <a:buFont typeface="Arial" pitchFamily="34" charset="0"/>
      <a:buChar char="•"/>
      <a:defRPr sz="1100" b="0" i="0" kern="1200">
        <a:solidFill>
          <a:schemeClr val="tx1"/>
        </a:solidFill>
        <a:latin typeface="Arial" panose="020B0604020202020204" pitchFamily="34" charset="0"/>
        <a:ea typeface="+mn-ea"/>
        <a:cs typeface="Arial" panose="020B0604020202020204" pitchFamily="34" charset="0"/>
      </a:defRPr>
    </a:lvl2pPr>
    <a:lvl3pPr marL="328071" indent="-115090" algn="l" defTabSz="914367" rtl="0" eaLnBrk="1" latinLnBrk="0" hangingPunct="1">
      <a:lnSpc>
        <a:spcPct val="90000"/>
      </a:lnSpc>
      <a:spcAft>
        <a:spcPts val="333"/>
      </a:spcAft>
      <a:buFont typeface="Arial" pitchFamily="34" charset="0"/>
      <a:buChar char="•"/>
      <a:defRPr sz="1050" b="0" i="0" kern="1200">
        <a:solidFill>
          <a:schemeClr val="tx1"/>
        </a:solidFill>
        <a:latin typeface="Arial" panose="020B0604020202020204" pitchFamily="34" charset="0"/>
        <a:ea typeface="+mn-ea"/>
        <a:cs typeface="Arial" panose="020B0604020202020204" pitchFamily="34" charset="0"/>
      </a:defRPr>
    </a:lvl3pPr>
    <a:lvl4pPr marL="482848" indent="-146838" algn="l" defTabSz="914367" rtl="0" eaLnBrk="1" latinLnBrk="0" hangingPunct="1">
      <a:lnSpc>
        <a:spcPct val="90000"/>
      </a:lnSpc>
      <a:spcAft>
        <a:spcPts val="333"/>
      </a:spcAft>
      <a:buFont typeface="Arial" pitchFamily="34" charset="0"/>
      <a:buChar char="•"/>
      <a:defRPr sz="1050" b="0" i="0" kern="1200">
        <a:solidFill>
          <a:schemeClr val="tx1"/>
        </a:solidFill>
        <a:latin typeface="Arial" panose="020B0604020202020204" pitchFamily="34" charset="0"/>
        <a:ea typeface="+mn-ea"/>
        <a:cs typeface="Arial" panose="020B0604020202020204" pitchFamily="34" charset="0"/>
      </a:defRPr>
    </a:lvl4pPr>
    <a:lvl5pPr marL="615134" indent="-115090" algn="l" defTabSz="914367" rtl="0" eaLnBrk="1" latinLnBrk="0" hangingPunct="1">
      <a:lnSpc>
        <a:spcPct val="90000"/>
      </a:lnSpc>
      <a:spcAft>
        <a:spcPts val="333"/>
      </a:spcAft>
      <a:buFont typeface="Arial" pitchFamily="34" charset="0"/>
      <a:buChar char="•"/>
      <a:defRPr sz="1050" b="0" i="0" kern="1200">
        <a:solidFill>
          <a:schemeClr val="tx1"/>
        </a:solidFill>
        <a:latin typeface="Arial" panose="020B0604020202020204" pitchFamily="34" charset="0"/>
        <a:ea typeface="+mn-ea"/>
        <a:cs typeface="Arial" panose="020B0604020202020204" pitchFamily="34" charset="0"/>
      </a:defRPr>
    </a:lvl5pPr>
    <a:lvl6pPr marL="2285918" algn="l" defTabSz="914367" rtl="0" eaLnBrk="1" latinLnBrk="0" hangingPunct="1">
      <a:defRPr sz="1176" kern="1200">
        <a:solidFill>
          <a:schemeClr val="tx1"/>
        </a:solidFill>
        <a:latin typeface="+mn-lt"/>
        <a:ea typeface="+mn-ea"/>
        <a:cs typeface="+mn-cs"/>
      </a:defRPr>
    </a:lvl6pPr>
    <a:lvl7pPr marL="2743101" algn="l" defTabSz="914367" rtl="0" eaLnBrk="1" latinLnBrk="0" hangingPunct="1">
      <a:defRPr sz="1176" kern="1200">
        <a:solidFill>
          <a:schemeClr val="tx1"/>
        </a:solidFill>
        <a:latin typeface="+mn-lt"/>
        <a:ea typeface="+mn-ea"/>
        <a:cs typeface="+mn-cs"/>
      </a:defRPr>
    </a:lvl7pPr>
    <a:lvl8pPr marL="3200284" algn="l" defTabSz="914367" rtl="0" eaLnBrk="1" latinLnBrk="0" hangingPunct="1">
      <a:defRPr sz="1176" kern="1200">
        <a:solidFill>
          <a:schemeClr val="tx1"/>
        </a:solidFill>
        <a:latin typeface="+mn-lt"/>
        <a:ea typeface="+mn-ea"/>
        <a:cs typeface="+mn-cs"/>
      </a:defRPr>
    </a:lvl8pPr>
    <a:lvl9pPr marL="3657469" algn="l" defTabSz="914367" rtl="0" eaLnBrk="1" latinLnBrk="0" hangingPunct="1">
      <a:defRPr sz="1176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itle Slide - No Ima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itle 1"/>
          <p:cNvSpPr>
            <a:spLocks noGrp="1"/>
          </p:cNvSpPr>
          <p:nvPr>
            <p:ph type="title" hasCustomPrompt="1"/>
          </p:nvPr>
        </p:nvSpPr>
        <p:spPr>
          <a:xfrm>
            <a:off x="584199" y="3730752"/>
            <a:ext cx="9203375" cy="1285186"/>
          </a:xfrm>
          <a:noFill/>
        </p:spPr>
        <p:txBody>
          <a:bodyPr wrap="square" lIns="0" tIns="0" rIns="0" bIns="0" anchor="b" anchorCtr="0">
            <a:noAutofit/>
          </a:bodyPr>
          <a:lstStyle>
            <a:lvl1pPr>
              <a:defRPr sz="3400" spc="-50" baseline="0">
                <a:solidFill>
                  <a:schemeClr val="tx1"/>
                </a:solidFill>
                <a:latin typeface="+mj-lt"/>
                <a:cs typeface="Segoe UI" panose="020B0502040204020203" pitchFamily="34" charset="0"/>
              </a:defRPr>
            </a:lvl1pPr>
          </a:lstStyle>
          <a:p>
            <a:r>
              <a:rPr lang="en-US" dirty="0"/>
              <a:t>Event name or presentation title 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063C8DF7-52E5-4ABA-86DD-8FD6C136A4A3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584201" y="5416299"/>
            <a:ext cx="5510213" cy="307777"/>
          </a:xfrm>
          <a:noFill/>
        </p:spPr>
        <p:txBody>
          <a:bodyPr wrap="square" lIns="0" tIns="0" rIns="0" bIns="0">
            <a:spAutoFit/>
          </a:bodyPr>
          <a:lstStyle>
            <a:lvl1pPr marL="0" indent="0">
              <a:spcBef>
                <a:spcPts val="0"/>
              </a:spcBef>
              <a:buNone/>
              <a:defRPr sz="2000" spc="0" baseline="0">
                <a:solidFill>
                  <a:schemeClr val="tx1"/>
                </a:solidFill>
                <a:latin typeface="+mn-lt"/>
                <a:cs typeface="Segoe UI" panose="020B0502040204020203" pitchFamily="34" charset="0"/>
              </a:defRPr>
            </a:lvl1pPr>
          </a:lstStyle>
          <a:p>
            <a:pPr lvl="0"/>
            <a:r>
              <a:rPr lang="en-US" dirty="0"/>
              <a:t>Speaker name or subtitle text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AC70B977-ED39-4A6F-B505-8559A07A7E86}"/>
              </a:ext>
            </a:extLst>
          </p:cNvPr>
          <p:cNvPicPr>
            <a:picLocks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584201" y="585791"/>
            <a:ext cx="1227600" cy="26819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9995203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:p15="http://schemas.microsoft.com/office/powerpoint/2012/main" xmlns:a14="http://schemas.microsoft.com/office/drawing/2010/main" xmlns:a16="http://schemas.microsoft.com/office/drawing/2014/main" xmlns="">
      <p:transition spd="med">
        <p:fade/>
      </p:transition>
    </mc:Fallback>
  </mc:AlternateContent>
  <p:hf hdr="0"/>
  <p:extLst>
    <p:ext uri="{DCECCB84-F9BA-43D5-87BE-67443E8EF086}">
      <p15:sldGuideLst xmlns:p15="http://schemas.microsoft.com/office/powerpoint/2012/main"/>
    </p:ext>
  </p:extLs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itle Slide with Pictu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Picture Placeholder" descr="This photo is a 'placeholder' only. Drag or drop your photo here, or click and tap the center to insert a photo.">
            <a:extLst>
              <a:ext uri="{FF2B5EF4-FFF2-40B4-BE49-F238E27FC236}">
                <a16:creationId xmlns:a16="http://schemas.microsoft.com/office/drawing/2014/main" id="{4582D644-6452-D04E-ACC8-AE775B9DB7B4}"/>
              </a:ext>
            </a:extLst>
          </p:cNvPr>
          <p:cNvSpPr>
            <a:spLocks noGrp="1"/>
          </p:cNvSpPr>
          <p:nvPr>
            <p:ph type="pic" sz="quarter" idx="11" hasCustomPrompt="1"/>
          </p:nvPr>
        </p:nvSpPr>
        <p:spPr bwMode="gray">
          <a:xfrm>
            <a:off x="6857994" y="0"/>
            <a:ext cx="5334006" cy="6858000"/>
          </a:xfrm>
          <a:pattFill prst="wdUpDiag">
            <a:fgClr>
              <a:schemeClr val="accent1">
                <a:lumMod val="50000"/>
              </a:schemeClr>
            </a:fgClr>
            <a:bgClr>
              <a:schemeClr val="tx2">
                <a:lumMod val="50000"/>
              </a:schemeClr>
            </a:bgClr>
          </a:pattFill>
        </p:spPr>
        <p:txBody>
          <a:bodyPr lIns="0" tIns="2103120" rIns="0" anchor="t" anchorCtr="0">
            <a:noAutofit/>
          </a:bodyPr>
          <a:lstStyle>
            <a:lvl1pPr marL="0" indent="0" algn="ctr">
              <a:lnSpc>
                <a:spcPct val="100000"/>
              </a:lnSpc>
              <a:buNone/>
              <a:defRPr sz="1200" b="1">
                <a:solidFill>
                  <a:srgbClr val="FFFFFF"/>
                </a:solidFill>
                <a:latin typeface="+mn-lt"/>
                <a:cs typeface="Segoe UI" panose="020B0502040204020203" pitchFamily="34" charset="0"/>
              </a:defRPr>
            </a:lvl1pPr>
          </a:lstStyle>
          <a:p>
            <a:r>
              <a:rPr lang="en-US" dirty="0"/>
              <a:t>Drag &amp; drop your photo here </a:t>
            </a:r>
            <a:br>
              <a:rPr lang="en-US" dirty="0"/>
            </a:br>
            <a:r>
              <a:rPr lang="en-US" dirty="0"/>
              <a:t>or click or tap icon below </a:t>
            </a:r>
            <a:br>
              <a:rPr lang="en-US" dirty="0"/>
            </a:br>
            <a:r>
              <a:rPr lang="en-US" dirty="0"/>
              <a:t>to insert</a:t>
            </a:r>
          </a:p>
        </p:txBody>
      </p:sp>
      <p:sp>
        <p:nvSpPr>
          <p:cNvPr id="9" name="Title 1"/>
          <p:cNvSpPr>
            <a:spLocks noGrp="1"/>
          </p:cNvSpPr>
          <p:nvPr>
            <p:ph type="title" hasCustomPrompt="1"/>
          </p:nvPr>
        </p:nvSpPr>
        <p:spPr>
          <a:xfrm>
            <a:off x="584201" y="2487337"/>
            <a:ext cx="5510213" cy="1046440"/>
          </a:xfrm>
          <a:noFill/>
        </p:spPr>
        <p:txBody>
          <a:bodyPr wrap="square" lIns="0" tIns="0" rIns="0" bIns="0" anchor="b" anchorCtr="0">
            <a:spAutoFit/>
          </a:bodyPr>
          <a:lstStyle>
            <a:lvl1pPr>
              <a:defRPr sz="3400" spc="-50" baseline="0">
                <a:solidFill>
                  <a:schemeClr val="tx1"/>
                </a:solidFill>
                <a:latin typeface="+mj-lt"/>
                <a:cs typeface="Segoe UI" panose="020B0502040204020203" pitchFamily="34" charset="0"/>
              </a:defRPr>
            </a:lvl1pPr>
          </a:lstStyle>
          <a:p>
            <a:r>
              <a:rPr lang="en-US" dirty="0"/>
              <a:t>Event name or presentation title 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12" hasCustomPrompt="1"/>
          </p:nvPr>
        </p:nvSpPr>
        <p:spPr>
          <a:xfrm>
            <a:off x="584201" y="3962403"/>
            <a:ext cx="5510213" cy="307777"/>
          </a:xfrm>
          <a:noFill/>
        </p:spPr>
        <p:txBody>
          <a:bodyPr wrap="square" lIns="0" tIns="0" rIns="0" bIns="0">
            <a:spAutoFit/>
          </a:bodyPr>
          <a:lstStyle>
            <a:lvl1pPr marL="0" indent="0">
              <a:spcBef>
                <a:spcPts val="0"/>
              </a:spcBef>
              <a:buNone/>
              <a:defRPr sz="2000" spc="0" baseline="0">
                <a:solidFill>
                  <a:schemeClr val="tx1"/>
                </a:solidFill>
                <a:latin typeface="+mn-lt"/>
                <a:cs typeface="Segoe UI" panose="020B0502040204020203" pitchFamily="34" charset="0"/>
              </a:defRPr>
            </a:lvl1pPr>
          </a:lstStyle>
          <a:p>
            <a:pPr lvl="0"/>
            <a:r>
              <a:rPr lang="en-US" dirty="0"/>
              <a:t>Speaker name or subtitle text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84EFFEA8-7820-4325-8EB6-9B49BA536D46}"/>
              </a:ext>
            </a:extLst>
          </p:cNvPr>
          <p:cNvPicPr>
            <a:picLocks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584201" y="585791"/>
            <a:ext cx="1227600" cy="26819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3701427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:p15="http://schemas.microsoft.com/office/powerpoint/2012/main" xmlns:a14="http://schemas.microsoft.com/office/drawing/2010/main" xmlns:a16="http://schemas.microsoft.com/office/drawing/2014/main" xmlns="">
      <p:transition spd="med">
        <p:fade/>
      </p:transition>
    </mc:Fallback>
  </mc:AlternateContent>
  <p:extLst>
    <p:ext uri="{DCECCB84-F9BA-43D5-87BE-67443E8EF086}">
      <p15:sldGuideLst xmlns:p15="http://schemas.microsoft.com/office/powerpoint/2012/main">
        <p15:guide id="3" pos="3839" userDrawn="1">
          <p15:clr>
            <a:srgbClr val="5ACBF0"/>
          </p15:clr>
        </p15:guide>
      </p15:sldGuideLst>
    </p:ext>
  </p:extLs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2FCFEFD-88E5-4869-B5C3-1611B0B50E1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 anchor="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58A212C2-8B30-4835-8711-AA981B6CFBE1}"/>
              </a:ext>
            </a:extLst>
          </p:cNvPr>
          <p:cNvSpPr>
            <a:spLocks noGrp="1"/>
          </p:cNvSpPr>
          <p:nvPr>
            <p:ph sz="quarter" idx="10"/>
          </p:nvPr>
        </p:nvSpPr>
        <p:spPr>
          <a:xfrm>
            <a:off x="584201" y="1432111"/>
            <a:ext cx="11018838" cy="4836927"/>
          </a:xfrm>
        </p:spPr>
        <p:txBody>
          <a:bodyPr/>
          <a:lstStyle>
            <a:lvl1pPr marL="228611" indent="-228611">
              <a:buSzPct val="90000"/>
              <a:buFont typeface="Arial" panose="020B0604020202020204" pitchFamily="34" charset="0"/>
              <a:buChar char="•"/>
              <a:defRPr/>
            </a:lvl1pPr>
            <a:lvl2pPr marL="457223" indent="-228611">
              <a:buSzPct val="90000"/>
              <a:buFont typeface="Arial" panose="020B0604020202020204" pitchFamily="34" charset="0"/>
              <a:buChar char="•"/>
              <a:defRPr/>
            </a:lvl2pPr>
            <a:lvl3pPr marL="657258" indent="-200035">
              <a:buSzPct val="90000"/>
              <a:buFont typeface="Arial" panose="020B0604020202020204" pitchFamily="34" charset="0"/>
              <a:buChar char="•"/>
              <a:defRPr/>
            </a:lvl3pPr>
            <a:lvl4pPr marL="843005" indent="-180984">
              <a:buSzPct val="90000"/>
              <a:buFont typeface="Arial" panose="020B0604020202020204" pitchFamily="34" charset="0"/>
              <a:buChar char="•"/>
              <a:defRPr/>
            </a:lvl4pPr>
            <a:lvl5pPr marL="1023989" indent="-168284">
              <a:buSzPct val="90000"/>
              <a:buFont typeface="Arial" panose="020B0604020202020204" pitchFamily="34" charset="0"/>
              <a:buChar char="•"/>
              <a:defRPr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3232991965"/>
      </p:ext>
    </p:extLst>
  </p:cSld>
  <p:clrMapOvr>
    <a:masterClrMapping/>
  </p:clrMapOvr>
  <p:transition>
    <p:fade/>
  </p:transition>
  <p:extLst>
    <p:ext uri="{DCECCB84-F9BA-43D5-87BE-67443E8EF086}">
      <p15:sldGuideLst xmlns:p15="http://schemas.microsoft.com/office/powerpoint/2012/main">
        <p15:guide id="5" orient="horz" pos="905" userDrawn="1">
          <p15:clr>
            <a:srgbClr val="5ACBF0"/>
          </p15:clr>
        </p15:guide>
      </p15:sldGuideLst>
    </p:ext>
  </p:extLst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&amp; Non-bullete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6">
            <a:extLst>
              <a:ext uri="{FF2B5EF4-FFF2-40B4-BE49-F238E27FC236}">
                <a16:creationId xmlns:a16="http://schemas.microsoft.com/office/drawing/2014/main" id="{34B655BA-10A4-4A57-89DB-CFFBE1CA1E3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 anchor="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quarter" idx="10"/>
          </p:nvPr>
        </p:nvSpPr>
        <p:spPr>
          <a:xfrm>
            <a:off x="586390" y="1434370"/>
            <a:ext cx="11018521" cy="4831840"/>
          </a:xfrm>
        </p:spPr>
        <p:txBody>
          <a:bodyPr wrap="square">
            <a:noAutofit/>
          </a:bodyPr>
          <a:lstStyle>
            <a:lvl1pPr marL="0" indent="0">
              <a:buNone/>
              <a:defRPr/>
            </a:lvl1pPr>
            <a:lvl2pPr marL="228611" indent="0">
              <a:buNone/>
              <a:defRPr/>
            </a:lvl2pPr>
            <a:lvl3pPr marL="457223" indent="0">
              <a:buNone/>
              <a:defRPr/>
            </a:lvl3pPr>
            <a:lvl4pPr marL="685834" indent="0">
              <a:buNone/>
              <a:defRPr/>
            </a:lvl4pPr>
            <a:lvl5pPr marL="914446" indent="0">
              <a:buNone/>
              <a:defRPr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1531337368"/>
      </p:ext>
    </p:extLst>
  </p:cSld>
  <p:clrMapOvr>
    <a:masterClrMapping/>
  </p:clrMapOvr>
  <p:transition>
    <p:fade/>
  </p:transition>
  <p:extLst>
    <p:ext uri="{DCECCB84-F9BA-43D5-87BE-67443E8EF086}">
      <p15:sldGuideLst xmlns:p15="http://schemas.microsoft.com/office/powerpoint/2012/main">
        <p15:guide id="2" orient="horz" pos="903" userDrawn="1">
          <p15:clr>
            <a:srgbClr val="5ACBF0"/>
          </p15:clr>
        </p15:guide>
      </p15:sldGuideLst>
    </p:ext>
  </p:extLs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1BE2550-DA43-453C-A328-33C740E6540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 anchor="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14B7A288-CDAC-4184-9F73-137C95F5E643}"/>
              </a:ext>
            </a:extLst>
          </p:cNvPr>
          <p:cNvSpPr>
            <a:spLocks noGrp="1"/>
          </p:cNvSpPr>
          <p:nvPr>
            <p:ph sz="quarter" idx="12"/>
          </p:nvPr>
        </p:nvSpPr>
        <p:spPr>
          <a:xfrm>
            <a:off x="584201" y="1435100"/>
            <a:ext cx="5211764" cy="4831110"/>
          </a:xfrm>
        </p:spPr>
        <p:txBody>
          <a:bodyPr/>
          <a:lstStyle>
            <a:lvl1pPr marL="228611" indent="-228611">
              <a:buSzPct val="90000"/>
              <a:buFont typeface="Arial" panose="020B0604020202020204" pitchFamily="34" charset="0"/>
              <a:buChar char="•"/>
              <a:defRPr/>
            </a:lvl1pPr>
            <a:lvl2pPr marL="457223" indent="-228611">
              <a:buSzPct val="90000"/>
              <a:buFont typeface="Arial" panose="020B0604020202020204" pitchFamily="34" charset="0"/>
              <a:buChar char="•"/>
              <a:defRPr/>
            </a:lvl2pPr>
            <a:lvl3pPr marL="657258" indent="-200035">
              <a:buSzPct val="90000"/>
              <a:buFont typeface="Arial" panose="020B0604020202020204" pitchFamily="34" charset="0"/>
              <a:buChar char="•"/>
              <a:defRPr/>
            </a:lvl3pPr>
            <a:lvl4pPr marL="843005" indent="-180984">
              <a:buSzPct val="90000"/>
              <a:buFont typeface="Arial" panose="020B0604020202020204" pitchFamily="34" charset="0"/>
              <a:buChar char="•"/>
              <a:defRPr/>
            </a:lvl4pPr>
            <a:lvl5pPr marL="1023989" indent="-168284">
              <a:buSzPct val="90000"/>
              <a:buFont typeface="Arial" panose="020B0604020202020204" pitchFamily="34" charset="0"/>
              <a:buChar char="•"/>
              <a:defRPr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9" name="Content Placeholder 8">
            <a:extLst>
              <a:ext uri="{FF2B5EF4-FFF2-40B4-BE49-F238E27FC236}">
                <a16:creationId xmlns:a16="http://schemas.microsoft.com/office/drawing/2014/main" id="{CEC22105-78D6-4753-94FA-3DA949361A95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6389689" y="1435100"/>
            <a:ext cx="5219700" cy="4831110"/>
          </a:xfrm>
        </p:spPr>
        <p:txBody>
          <a:bodyPr/>
          <a:lstStyle>
            <a:lvl1pPr marL="228611" indent="-228611">
              <a:buSzPct val="90000"/>
              <a:buFont typeface="Arial" panose="020B0604020202020204" pitchFamily="34" charset="0"/>
              <a:buChar char="•"/>
              <a:defRPr/>
            </a:lvl1pPr>
            <a:lvl2pPr marL="457223" indent="-228611">
              <a:buSzPct val="90000"/>
              <a:buFont typeface="Arial" panose="020B0604020202020204" pitchFamily="34" charset="0"/>
              <a:buChar char="•"/>
              <a:defRPr/>
            </a:lvl2pPr>
            <a:lvl3pPr marL="657258" indent="-200035">
              <a:buSzPct val="90000"/>
              <a:buFont typeface="Arial" panose="020B0604020202020204" pitchFamily="34" charset="0"/>
              <a:buChar char="•"/>
              <a:defRPr/>
            </a:lvl3pPr>
            <a:lvl4pPr marL="843005" indent="-180984">
              <a:buSzPct val="90000"/>
              <a:buFont typeface="Arial" panose="020B0604020202020204" pitchFamily="34" charset="0"/>
              <a:buChar char="•"/>
              <a:defRPr/>
            </a:lvl4pPr>
            <a:lvl5pPr marL="1023989" indent="-168284">
              <a:buSzPct val="90000"/>
              <a:buFont typeface="Arial" panose="020B0604020202020204" pitchFamily="34" charset="0"/>
              <a:buChar char="•"/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1612453623"/>
      </p:ext>
    </p:extLst>
  </p:cSld>
  <p:clrMapOvr>
    <a:masterClrMapping/>
  </p:clrMapOvr>
  <p:transition>
    <p:fade/>
  </p:transition>
  <p:extLst>
    <p:ext uri="{DCECCB84-F9BA-43D5-87BE-67443E8EF086}">
      <p15:sldGuideLst xmlns:p15="http://schemas.microsoft.com/office/powerpoint/2012/main">
        <p15:guide id="3" orient="horz" pos="903" userDrawn="1">
          <p15:clr>
            <a:srgbClr val="5ACBF0"/>
          </p15:clr>
        </p15:guide>
        <p15:guide id="4" pos="3659" userDrawn="1">
          <p15:clr>
            <a:srgbClr val="5ACBF0"/>
          </p15:clr>
        </p15:guide>
        <p15:guide id="5" pos="4021" userDrawn="1">
          <p15:clr>
            <a:srgbClr val="5ACBF0"/>
          </p15:clr>
        </p15:guide>
      </p15:sldGuideLst>
    </p:ext>
  </p:extLst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wo Column Non-bullete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1">
            <a:extLst>
              <a:ext uri="{FF2B5EF4-FFF2-40B4-BE49-F238E27FC236}">
                <a16:creationId xmlns:a16="http://schemas.microsoft.com/office/drawing/2014/main" id="{0B9D8600-6232-EB42-9B16-FE5606C929F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88264" y="591793"/>
            <a:ext cx="11018521" cy="430887"/>
          </a:xfrm>
        </p:spPr>
        <p:txBody>
          <a:bodyPr anchor="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5" name="Text Placeholder 3">
            <a:extLst>
              <a:ext uri="{FF2B5EF4-FFF2-40B4-BE49-F238E27FC236}">
                <a16:creationId xmlns:a16="http://schemas.microsoft.com/office/drawing/2014/main" id="{92710BA9-0DC0-4BFB-82CF-4F93C55DEFA1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586390" y="1434370"/>
            <a:ext cx="5209891" cy="4831840"/>
          </a:xfrm>
        </p:spPr>
        <p:txBody>
          <a:bodyPr wrap="square">
            <a:noAutofit/>
          </a:bodyPr>
          <a:lstStyle>
            <a:lvl1pPr marL="0" indent="0">
              <a:buNone/>
              <a:defRPr/>
            </a:lvl1pPr>
            <a:lvl2pPr marL="228611" indent="0">
              <a:buNone/>
              <a:defRPr/>
            </a:lvl2pPr>
            <a:lvl3pPr marL="457223" indent="0">
              <a:buNone/>
              <a:defRPr/>
            </a:lvl3pPr>
            <a:lvl4pPr marL="685834" indent="0">
              <a:buNone/>
              <a:defRPr/>
            </a:lvl4pPr>
            <a:lvl5pPr marL="914446" indent="0">
              <a:buNone/>
              <a:defRPr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6" name="Text Placeholder 3">
            <a:extLst>
              <a:ext uri="{FF2B5EF4-FFF2-40B4-BE49-F238E27FC236}">
                <a16:creationId xmlns:a16="http://schemas.microsoft.com/office/drawing/2014/main" id="{185F674C-7305-447F-8F35-DBBE344126BD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6395721" y="1434370"/>
            <a:ext cx="5209891" cy="4831840"/>
          </a:xfrm>
        </p:spPr>
        <p:txBody>
          <a:bodyPr wrap="square">
            <a:noAutofit/>
          </a:bodyPr>
          <a:lstStyle>
            <a:lvl1pPr marL="0" indent="0">
              <a:buNone/>
              <a:defRPr/>
            </a:lvl1pPr>
            <a:lvl2pPr marL="228611" indent="0">
              <a:buNone/>
              <a:defRPr/>
            </a:lvl2pPr>
            <a:lvl3pPr marL="457223" indent="0">
              <a:buNone/>
              <a:defRPr/>
            </a:lvl3pPr>
            <a:lvl4pPr marL="685834" indent="0">
              <a:buNone/>
              <a:defRPr/>
            </a:lvl4pPr>
            <a:lvl5pPr marL="914446" indent="0">
              <a:buNone/>
              <a:defRPr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2192018982"/>
      </p:ext>
    </p:extLst>
  </p:cSld>
  <p:clrMapOvr>
    <a:masterClrMapping/>
  </p:clrMapOvr>
  <p:transition>
    <p:fade/>
  </p:transition>
  <p:extLst>
    <p:ext uri="{DCECCB84-F9BA-43D5-87BE-67443E8EF086}">
      <p15:sldGuideLst xmlns:p15="http://schemas.microsoft.com/office/powerpoint/2012/main">
        <p15:guide id="3" orient="horz" pos="904" userDrawn="1">
          <p15:clr>
            <a:srgbClr val="5ACBF0"/>
          </p15:clr>
        </p15:guide>
        <p15:guide id="4" pos="3659" userDrawn="1">
          <p15:clr>
            <a:srgbClr val="5ACBF0"/>
          </p15:clr>
        </p15:guide>
        <p15:guide id="5" pos="4021" userDrawn="1">
          <p15:clr>
            <a:srgbClr val="5ACBF0"/>
          </p15:clr>
        </p15:guide>
      </p15:sldGuideLst>
    </p:ext>
  </p:extLst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0AAD849-7CFE-4AF7-A7C5-6BBD50C88C1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 anchor="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307984548"/>
      </p:ext>
    </p:extLst>
  </p:cSld>
  <p:clrMapOvr>
    <a:masterClrMapping/>
  </p:clrMapOvr>
  <p:transition>
    <p:fade/>
  </p:transition>
  <p:extLst>
    <p:ext uri="{DCECCB84-F9BA-43D5-87BE-67443E8EF086}">
      <p15:sldGuideLst xmlns:p15="http://schemas.microsoft.com/office/powerpoint/2012/main">
        <p15:guide id="6" pos="779" userDrawn="1">
          <p15:clr>
            <a:srgbClr val="A4A3A4"/>
          </p15:clr>
        </p15:guide>
        <p15:guide id="7" pos="963" userDrawn="1">
          <p15:clr>
            <a:srgbClr val="A4A3A4"/>
          </p15:clr>
        </p15:guide>
        <p15:guide id="8" pos="1373" userDrawn="1">
          <p15:clr>
            <a:srgbClr val="A4A3A4"/>
          </p15:clr>
        </p15:guide>
        <p15:guide id="9" pos="1556" userDrawn="1">
          <p15:clr>
            <a:srgbClr val="A4A3A4"/>
          </p15:clr>
        </p15:guide>
        <p15:guide id="10" pos="1967" userDrawn="1">
          <p15:clr>
            <a:srgbClr val="A4A3A4"/>
          </p15:clr>
        </p15:guide>
        <p15:guide id="11" pos="2150" userDrawn="1">
          <p15:clr>
            <a:srgbClr val="A4A3A4"/>
          </p15:clr>
        </p15:guide>
        <p15:guide id="12" pos="2561" userDrawn="1">
          <p15:clr>
            <a:srgbClr val="A4A3A4"/>
          </p15:clr>
        </p15:guide>
        <p15:guide id="13" pos="2745" userDrawn="1">
          <p15:clr>
            <a:srgbClr val="A4A3A4"/>
          </p15:clr>
        </p15:guide>
        <p15:guide id="14" pos="3156" userDrawn="1">
          <p15:clr>
            <a:srgbClr val="A4A3A4"/>
          </p15:clr>
        </p15:guide>
        <p15:guide id="15" pos="3338" userDrawn="1">
          <p15:clr>
            <a:srgbClr val="A4A3A4"/>
          </p15:clr>
        </p15:guide>
        <p15:guide id="16" pos="3749" userDrawn="1">
          <p15:clr>
            <a:srgbClr val="A4A3A4"/>
          </p15:clr>
        </p15:guide>
        <p15:guide id="17" pos="3932" userDrawn="1">
          <p15:clr>
            <a:srgbClr val="A4A3A4"/>
          </p15:clr>
        </p15:guide>
        <p15:guide id="18" pos="4343" userDrawn="1">
          <p15:clr>
            <a:srgbClr val="A4A3A4"/>
          </p15:clr>
        </p15:guide>
        <p15:guide id="19" pos="4525" userDrawn="1">
          <p15:clr>
            <a:srgbClr val="A4A3A4"/>
          </p15:clr>
        </p15:guide>
        <p15:guide id="20" pos="4938" userDrawn="1">
          <p15:clr>
            <a:srgbClr val="A4A3A4"/>
          </p15:clr>
        </p15:guide>
        <p15:guide id="21" pos="5120" userDrawn="1">
          <p15:clr>
            <a:srgbClr val="A4A3A4"/>
          </p15:clr>
        </p15:guide>
        <p15:guide id="22" pos="5530" userDrawn="1">
          <p15:clr>
            <a:srgbClr val="A4A3A4"/>
          </p15:clr>
        </p15:guide>
        <p15:guide id="23" pos="5715" userDrawn="1">
          <p15:clr>
            <a:srgbClr val="A4A3A4"/>
          </p15:clr>
        </p15:guide>
        <p15:guide id="24" pos="6123" userDrawn="1">
          <p15:clr>
            <a:srgbClr val="A4A3A4"/>
          </p15:clr>
        </p15:guide>
        <p15:guide id="25" pos="6308" userDrawn="1">
          <p15:clr>
            <a:srgbClr val="A4A3A4"/>
          </p15:clr>
        </p15:guide>
        <p15:guide id="26" pos="6717" userDrawn="1">
          <p15:clr>
            <a:srgbClr val="A4A3A4"/>
          </p15:clr>
        </p15:guide>
        <p15:guide id="27" pos="6900" userDrawn="1">
          <p15:clr>
            <a:srgbClr val="A4A3A4"/>
          </p15:clr>
        </p15:guide>
        <p15:guide id="28" orient="horz" pos="905" userDrawn="1">
          <p15:clr>
            <a:srgbClr val="5ACBF0"/>
          </p15:clr>
        </p15:guide>
      </p15:sldGuideLst>
    </p:ext>
  </p:extLst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Small title - half pa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1">
            <a:extLst>
              <a:ext uri="{FF2B5EF4-FFF2-40B4-BE49-F238E27FC236}">
                <a16:creationId xmlns:a16="http://schemas.microsoft.com/office/drawing/2014/main" id="{B91C41AE-0083-2A44-9A00-206CEB625E1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88264" y="3182780"/>
            <a:ext cx="11018521" cy="492443"/>
          </a:xfrm>
        </p:spPr>
        <p:txBody>
          <a:bodyPr/>
          <a:lstStyle>
            <a:lvl1pPr algn="ctr">
              <a:defRPr sz="3200"/>
            </a:lvl1pPr>
          </a:lstStyle>
          <a:p>
            <a:r>
              <a:rPr lang="en-US" dirty="0"/>
              <a:t>Click to edit Master title style</a:t>
            </a:r>
          </a:p>
        </p:txBody>
      </p:sp>
    </p:spTree>
    <p:extLst>
      <p:ext uri="{BB962C8B-B14F-4D97-AF65-F5344CB8AC3E}">
        <p14:creationId xmlns:p14="http://schemas.microsoft.com/office/powerpoint/2010/main" val="3243858526"/>
      </p:ext>
    </p:extLst>
  </p:cSld>
  <p:clrMapOvr>
    <a:masterClrMapping/>
  </p:clrMapOvr>
  <p:transition>
    <p:fade/>
  </p:transition>
  <p:extLst>
    <p:ext uri="{DCECCB84-F9BA-43D5-87BE-67443E8EF086}">
      <p15:sldGuideLst xmlns:p15="http://schemas.microsoft.com/office/powerpoint/2012/main">
        <p15:guide id="6" pos="779" userDrawn="1">
          <p15:clr>
            <a:srgbClr val="A4A3A4"/>
          </p15:clr>
        </p15:guide>
        <p15:guide id="7" pos="963" userDrawn="1">
          <p15:clr>
            <a:srgbClr val="A4A3A4"/>
          </p15:clr>
        </p15:guide>
        <p15:guide id="8" pos="1373" userDrawn="1">
          <p15:clr>
            <a:srgbClr val="A4A3A4"/>
          </p15:clr>
        </p15:guide>
        <p15:guide id="9" pos="1556" userDrawn="1">
          <p15:clr>
            <a:srgbClr val="A4A3A4"/>
          </p15:clr>
        </p15:guide>
        <p15:guide id="10" pos="1967" userDrawn="1">
          <p15:clr>
            <a:srgbClr val="A4A3A4"/>
          </p15:clr>
        </p15:guide>
        <p15:guide id="11" pos="2150" userDrawn="1">
          <p15:clr>
            <a:srgbClr val="A4A3A4"/>
          </p15:clr>
        </p15:guide>
        <p15:guide id="12" pos="2569" userDrawn="1">
          <p15:clr>
            <a:srgbClr val="A4A3A4"/>
          </p15:clr>
        </p15:guide>
        <p15:guide id="13" pos="2745" userDrawn="1">
          <p15:clr>
            <a:srgbClr val="A4A3A4"/>
          </p15:clr>
        </p15:guide>
        <p15:guide id="14" pos="3156" userDrawn="1">
          <p15:clr>
            <a:srgbClr val="A4A3A4"/>
          </p15:clr>
        </p15:guide>
        <p15:guide id="15" pos="3338" userDrawn="1">
          <p15:clr>
            <a:srgbClr val="A4A3A4"/>
          </p15:clr>
        </p15:guide>
        <p15:guide id="16" pos="3749" userDrawn="1">
          <p15:clr>
            <a:srgbClr val="A4A3A4"/>
          </p15:clr>
        </p15:guide>
        <p15:guide id="17" pos="3932" userDrawn="1">
          <p15:clr>
            <a:srgbClr val="A4A3A4"/>
          </p15:clr>
        </p15:guide>
        <p15:guide id="18" pos="4343" userDrawn="1">
          <p15:clr>
            <a:srgbClr val="A4A3A4"/>
          </p15:clr>
        </p15:guide>
        <p15:guide id="19" pos="4525" userDrawn="1">
          <p15:clr>
            <a:srgbClr val="A4A3A4"/>
          </p15:clr>
        </p15:guide>
        <p15:guide id="20" pos="4938" userDrawn="1">
          <p15:clr>
            <a:srgbClr val="A4A3A4"/>
          </p15:clr>
        </p15:guide>
        <p15:guide id="21" pos="5120" userDrawn="1">
          <p15:clr>
            <a:srgbClr val="A4A3A4"/>
          </p15:clr>
        </p15:guide>
        <p15:guide id="22" pos="5530" userDrawn="1">
          <p15:clr>
            <a:srgbClr val="A4A3A4"/>
          </p15:clr>
        </p15:guide>
        <p15:guide id="23" pos="5715" userDrawn="1">
          <p15:clr>
            <a:srgbClr val="A4A3A4"/>
          </p15:clr>
        </p15:guide>
        <p15:guide id="24" pos="6123" userDrawn="1">
          <p15:clr>
            <a:srgbClr val="A4A3A4"/>
          </p15:clr>
        </p15:guide>
        <p15:guide id="25" pos="6308" userDrawn="1">
          <p15:clr>
            <a:srgbClr val="A4A3A4"/>
          </p15:clr>
        </p15:guide>
        <p15:guide id="26" pos="6717" userDrawn="1">
          <p15:clr>
            <a:srgbClr val="A4A3A4"/>
          </p15:clr>
        </p15:guide>
        <p15:guide id="27" pos="6900" userDrawn="1">
          <p15:clr>
            <a:srgbClr val="A4A3A4"/>
          </p15:clr>
        </p15:guide>
        <p15:guide id="28" orient="horz" pos="1992" userDrawn="1">
          <p15:clr>
            <a:srgbClr val="5ACBF0"/>
          </p15:clr>
        </p15:guide>
        <p15:guide id="29" orient="horz" pos="2328" userDrawn="1">
          <p15:clr>
            <a:srgbClr val="5ACBF0"/>
          </p15:clr>
        </p15:guide>
      </p15:sldGuideLst>
    </p:ext>
  </p:extLst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Custom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3FD20C4-3302-EB45-B6C3-8D7D3B54A5D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" descr="This photo is a 'placeholder' only. Drag or drop your photo here, or click and tap the center to insert a photo.">
            <a:extLst>
              <a:ext uri="{FF2B5EF4-FFF2-40B4-BE49-F238E27FC236}">
                <a16:creationId xmlns:a16="http://schemas.microsoft.com/office/drawing/2014/main" id="{1060B0B7-8257-AF44-8E50-C5EF88BB3828}"/>
              </a:ext>
            </a:extLst>
          </p:cNvPr>
          <p:cNvSpPr>
            <a:spLocks noGrp="1"/>
          </p:cNvSpPr>
          <p:nvPr>
            <p:ph type="pic" sz="quarter" idx="11" hasCustomPrompt="1"/>
          </p:nvPr>
        </p:nvSpPr>
        <p:spPr bwMode="gray">
          <a:xfrm>
            <a:off x="588264" y="1508003"/>
            <a:ext cx="906234" cy="852256"/>
          </a:xfrm>
          <a:pattFill prst="wdUpDiag">
            <a:fgClr>
              <a:schemeClr val="accent1">
                <a:lumMod val="50000"/>
              </a:schemeClr>
            </a:fgClr>
            <a:bgClr>
              <a:schemeClr val="tx2">
                <a:lumMod val="50000"/>
              </a:schemeClr>
            </a:bgClr>
          </a:pattFill>
          <a:ln w="12700">
            <a:solidFill>
              <a:schemeClr val="bg1">
                <a:lumMod val="75000"/>
              </a:schemeClr>
            </a:solidFill>
            <a:miter lim="800000"/>
          </a:ln>
        </p:spPr>
        <p:txBody>
          <a:bodyPr lIns="91440" tIns="91440" rIns="91440" bIns="91440" anchor="ctr" anchorCtr="0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800" b="0">
                <a:solidFill>
                  <a:srgbClr val="FFFFFF"/>
                </a:solidFill>
                <a:latin typeface="+mn-lt"/>
                <a:cs typeface="Segoe UI" panose="020B0502040204020203" pitchFamily="34" charset="0"/>
              </a:defRPr>
            </a:lvl1pPr>
          </a:lstStyle>
          <a:p>
            <a:r>
              <a:rPr lang="en-US" dirty="0"/>
              <a:t>Drop Image</a:t>
            </a:r>
          </a:p>
        </p:txBody>
      </p:sp>
      <p:sp>
        <p:nvSpPr>
          <p:cNvPr id="4" name="Picture Placeholder" descr="This photo is a 'placeholder' only. Drag or drop your photo here, or click and tap the center to insert a photo.">
            <a:extLst>
              <a:ext uri="{FF2B5EF4-FFF2-40B4-BE49-F238E27FC236}">
                <a16:creationId xmlns:a16="http://schemas.microsoft.com/office/drawing/2014/main" id="{4CAA7D2A-D3F3-C443-BEAB-AE463EB6977E}"/>
              </a:ext>
            </a:extLst>
          </p:cNvPr>
          <p:cNvSpPr>
            <a:spLocks noGrp="1"/>
          </p:cNvSpPr>
          <p:nvPr>
            <p:ph type="pic" sz="quarter" idx="12" hasCustomPrompt="1"/>
          </p:nvPr>
        </p:nvSpPr>
        <p:spPr bwMode="gray">
          <a:xfrm>
            <a:off x="1599748" y="1508003"/>
            <a:ext cx="906234" cy="852256"/>
          </a:xfrm>
          <a:pattFill prst="wdUpDiag">
            <a:fgClr>
              <a:schemeClr val="accent1">
                <a:lumMod val="50000"/>
              </a:schemeClr>
            </a:fgClr>
            <a:bgClr>
              <a:schemeClr val="tx2">
                <a:lumMod val="50000"/>
              </a:schemeClr>
            </a:bgClr>
          </a:pattFill>
          <a:ln w="12700">
            <a:solidFill>
              <a:schemeClr val="bg1">
                <a:lumMod val="75000"/>
              </a:schemeClr>
            </a:solidFill>
            <a:miter lim="800000"/>
          </a:ln>
        </p:spPr>
        <p:txBody>
          <a:bodyPr lIns="91440" tIns="91440" rIns="91440" bIns="91440" anchor="ctr" anchorCtr="0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800" b="0">
                <a:solidFill>
                  <a:srgbClr val="FFFFFF"/>
                </a:solidFill>
                <a:latin typeface="+mn-lt"/>
                <a:cs typeface="Segoe UI" panose="020B0502040204020203" pitchFamily="34" charset="0"/>
              </a:defRPr>
            </a:lvl1pPr>
          </a:lstStyle>
          <a:p>
            <a:r>
              <a:rPr lang="en-US" dirty="0"/>
              <a:t>Drop Image</a:t>
            </a:r>
          </a:p>
        </p:txBody>
      </p:sp>
      <p:sp>
        <p:nvSpPr>
          <p:cNvPr id="5" name="Picture Placeholder" descr="This photo is a 'placeholder' only. Drag or drop your photo here, or click and tap the center to insert a photo.">
            <a:extLst>
              <a:ext uri="{FF2B5EF4-FFF2-40B4-BE49-F238E27FC236}">
                <a16:creationId xmlns:a16="http://schemas.microsoft.com/office/drawing/2014/main" id="{5606696E-F9FD-7A41-B239-56C925CA5E14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 bwMode="gray">
          <a:xfrm>
            <a:off x="2611232" y="1508003"/>
            <a:ext cx="906234" cy="852256"/>
          </a:xfrm>
          <a:pattFill prst="wdUpDiag">
            <a:fgClr>
              <a:schemeClr val="accent1">
                <a:lumMod val="50000"/>
              </a:schemeClr>
            </a:fgClr>
            <a:bgClr>
              <a:schemeClr val="tx2">
                <a:lumMod val="50000"/>
              </a:schemeClr>
            </a:bgClr>
          </a:pattFill>
          <a:ln w="12700">
            <a:solidFill>
              <a:schemeClr val="bg1">
                <a:lumMod val="75000"/>
              </a:schemeClr>
            </a:solidFill>
            <a:miter lim="800000"/>
          </a:ln>
        </p:spPr>
        <p:txBody>
          <a:bodyPr lIns="91440" tIns="91440" rIns="91440" bIns="91440" anchor="ctr" anchorCtr="0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800" b="0">
                <a:solidFill>
                  <a:srgbClr val="FFFFFF"/>
                </a:solidFill>
                <a:latin typeface="+mn-lt"/>
                <a:cs typeface="Segoe UI" panose="020B0502040204020203" pitchFamily="34" charset="0"/>
              </a:defRPr>
            </a:lvl1pPr>
          </a:lstStyle>
          <a:p>
            <a:r>
              <a:rPr lang="en-US" dirty="0"/>
              <a:t>Drop Image</a:t>
            </a:r>
          </a:p>
        </p:txBody>
      </p:sp>
      <p:sp>
        <p:nvSpPr>
          <p:cNvPr id="6" name="Picture Placeholder" descr="This photo is a 'placeholder' only. Drag or drop your photo here, or click and tap the center to insert a photo.">
            <a:extLst>
              <a:ext uri="{FF2B5EF4-FFF2-40B4-BE49-F238E27FC236}">
                <a16:creationId xmlns:a16="http://schemas.microsoft.com/office/drawing/2014/main" id="{267BFD11-A5C7-534B-95DE-708BA59C3464}"/>
              </a:ext>
            </a:extLst>
          </p:cNvPr>
          <p:cNvSpPr>
            <a:spLocks noGrp="1"/>
          </p:cNvSpPr>
          <p:nvPr>
            <p:ph type="pic" sz="quarter" idx="14" hasCustomPrompt="1"/>
          </p:nvPr>
        </p:nvSpPr>
        <p:spPr bwMode="gray">
          <a:xfrm>
            <a:off x="3622716" y="1508003"/>
            <a:ext cx="906234" cy="852256"/>
          </a:xfrm>
          <a:pattFill prst="wdUpDiag">
            <a:fgClr>
              <a:schemeClr val="accent1">
                <a:lumMod val="50000"/>
              </a:schemeClr>
            </a:fgClr>
            <a:bgClr>
              <a:schemeClr val="tx2">
                <a:lumMod val="50000"/>
              </a:schemeClr>
            </a:bgClr>
          </a:pattFill>
          <a:ln w="12700">
            <a:solidFill>
              <a:schemeClr val="bg1">
                <a:lumMod val="75000"/>
              </a:schemeClr>
            </a:solidFill>
            <a:miter lim="800000"/>
          </a:ln>
        </p:spPr>
        <p:txBody>
          <a:bodyPr lIns="91440" tIns="91440" rIns="91440" bIns="91440" anchor="ctr" anchorCtr="0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800" b="0">
                <a:solidFill>
                  <a:srgbClr val="FFFFFF"/>
                </a:solidFill>
                <a:latin typeface="+mn-lt"/>
                <a:cs typeface="Segoe UI" panose="020B0502040204020203" pitchFamily="34" charset="0"/>
              </a:defRPr>
            </a:lvl1pPr>
          </a:lstStyle>
          <a:p>
            <a:r>
              <a:rPr lang="en-US" dirty="0"/>
              <a:t>Drop Image</a:t>
            </a:r>
          </a:p>
        </p:txBody>
      </p:sp>
      <p:sp>
        <p:nvSpPr>
          <p:cNvPr id="7" name="Picture Placeholder" descr="This photo is a 'placeholder' only. Drag or drop your photo here, or click and tap the center to insert a photo.">
            <a:extLst>
              <a:ext uri="{FF2B5EF4-FFF2-40B4-BE49-F238E27FC236}">
                <a16:creationId xmlns:a16="http://schemas.microsoft.com/office/drawing/2014/main" id="{C4A2493A-DA9A-774E-B698-381E87F30236}"/>
              </a:ext>
            </a:extLst>
          </p:cNvPr>
          <p:cNvSpPr>
            <a:spLocks noGrp="1"/>
          </p:cNvSpPr>
          <p:nvPr>
            <p:ph type="pic" sz="quarter" idx="15" hasCustomPrompt="1"/>
          </p:nvPr>
        </p:nvSpPr>
        <p:spPr bwMode="gray">
          <a:xfrm>
            <a:off x="4634200" y="1508003"/>
            <a:ext cx="906234" cy="852256"/>
          </a:xfrm>
          <a:pattFill prst="wdUpDiag">
            <a:fgClr>
              <a:schemeClr val="accent1">
                <a:lumMod val="50000"/>
              </a:schemeClr>
            </a:fgClr>
            <a:bgClr>
              <a:schemeClr val="tx2">
                <a:lumMod val="50000"/>
              </a:schemeClr>
            </a:bgClr>
          </a:pattFill>
          <a:ln w="12700">
            <a:solidFill>
              <a:schemeClr val="bg1">
                <a:lumMod val="75000"/>
              </a:schemeClr>
            </a:solidFill>
            <a:miter lim="800000"/>
          </a:ln>
        </p:spPr>
        <p:txBody>
          <a:bodyPr lIns="91440" tIns="91440" rIns="91440" bIns="91440" anchor="ctr" anchorCtr="0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800" b="0">
                <a:solidFill>
                  <a:srgbClr val="FFFFFF"/>
                </a:solidFill>
                <a:latin typeface="+mn-lt"/>
                <a:cs typeface="Segoe UI" panose="020B0502040204020203" pitchFamily="34" charset="0"/>
              </a:defRPr>
            </a:lvl1pPr>
          </a:lstStyle>
          <a:p>
            <a:r>
              <a:rPr lang="en-US" dirty="0"/>
              <a:t>Drop Image</a:t>
            </a:r>
          </a:p>
        </p:txBody>
      </p:sp>
      <p:sp>
        <p:nvSpPr>
          <p:cNvPr id="8" name="Picture Placeholder" descr="This photo is a 'placeholder' only. Drag or drop your photo here, or click and tap the center to insert a photo.">
            <a:extLst>
              <a:ext uri="{FF2B5EF4-FFF2-40B4-BE49-F238E27FC236}">
                <a16:creationId xmlns:a16="http://schemas.microsoft.com/office/drawing/2014/main" id="{29F155F2-1A5E-D049-B799-7F265508271D}"/>
              </a:ext>
            </a:extLst>
          </p:cNvPr>
          <p:cNvSpPr>
            <a:spLocks noGrp="1"/>
          </p:cNvSpPr>
          <p:nvPr>
            <p:ph type="pic" sz="quarter" idx="16" hasCustomPrompt="1"/>
          </p:nvPr>
        </p:nvSpPr>
        <p:spPr bwMode="gray">
          <a:xfrm>
            <a:off x="5645684" y="1508003"/>
            <a:ext cx="906234" cy="852256"/>
          </a:xfrm>
          <a:pattFill prst="wdUpDiag">
            <a:fgClr>
              <a:schemeClr val="accent1">
                <a:lumMod val="50000"/>
              </a:schemeClr>
            </a:fgClr>
            <a:bgClr>
              <a:schemeClr val="tx2">
                <a:lumMod val="50000"/>
              </a:schemeClr>
            </a:bgClr>
          </a:pattFill>
          <a:ln w="12700">
            <a:solidFill>
              <a:schemeClr val="bg1">
                <a:lumMod val="75000"/>
              </a:schemeClr>
            </a:solidFill>
            <a:miter lim="800000"/>
          </a:ln>
        </p:spPr>
        <p:txBody>
          <a:bodyPr lIns="91440" tIns="91440" rIns="91440" bIns="91440" anchor="ctr" anchorCtr="0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800" b="0">
                <a:solidFill>
                  <a:srgbClr val="FFFFFF"/>
                </a:solidFill>
                <a:latin typeface="+mn-lt"/>
                <a:cs typeface="Segoe UI" panose="020B0502040204020203" pitchFamily="34" charset="0"/>
              </a:defRPr>
            </a:lvl1pPr>
          </a:lstStyle>
          <a:p>
            <a:r>
              <a:rPr lang="en-US" dirty="0"/>
              <a:t>Drop Image</a:t>
            </a:r>
          </a:p>
        </p:txBody>
      </p:sp>
      <p:sp>
        <p:nvSpPr>
          <p:cNvPr id="9" name="Picture Placeholder" descr="This photo is a 'placeholder' only. Drag or drop your photo here, or click and tap the center to insert a photo.">
            <a:extLst>
              <a:ext uri="{FF2B5EF4-FFF2-40B4-BE49-F238E27FC236}">
                <a16:creationId xmlns:a16="http://schemas.microsoft.com/office/drawing/2014/main" id="{39D300ED-46DE-8D44-B42F-D72A4BD1D05B}"/>
              </a:ext>
            </a:extLst>
          </p:cNvPr>
          <p:cNvSpPr>
            <a:spLocks noGrp="1"/>
          </p:cNvSpPr>
          <p:nvPr>
            <p:ph type="pic" sz="quarter" idx="17" hasCustomPrompt="1"/>
          </p:nvPr>
        </p:nvSpPr>
        <p:spPr bwMode="gray">
          <a:xfrm>
            <a:off x="6657168" y="1508003"/>
            <a:ext cx="906234" cy="852256"/>
          </a:xfrm>
          <a:pattFill prst="wdUpDiag">
            <a:fgClr>
              <a:schemeClr val="accent1">
                <a:lumMod val="50000"/>
              </a:schemeClr>
            </a:fgClr>
            <a:bgClr>
              <a:schemeClr val="tx2">
                <a:lumMod val="50000"/>
              </a:schemeClr>
            </a:bgClr>
          </a:pattFill>
          <a:ln w="12700">
            <a:solidFill>
              <a:schemeClr val="bg1">
                <a:lumMod val="75000"/>
              </a:schemeClr>
            </a:solidFill>
            <a:miter lim="800000"/>
          </a:ln>
        </p:spPr>
        <p:txBody>
          <a:bodyPr lIns="91440" tIns="91440" rIns="91440" bIns="91440" anchor="ctr" anchorCtr="0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800" b="0">
                <a:solidFill>
                  <a:srgbClr val="FFFFFF"/>
                </a:solidFill>
                <a:latin typeface="+mn-lt"/>
                <a:cs typeface="Segoe UI" panose="020B0502040204020203" pitchFamily="34" charset="0"/>
              </a:defRPr>
            </a:lvl1pPr>
          </a:lstStyle>
          <a:p>
            <a:r>
              <a:rPr lang="en-US" dirty="0"/>
              <a:t>Drop Image</a:t>
            </a:r>
          </a:p>
        </p:txBody>
      </p:sp>
      <p:sp>
        <p:nvSpPr>
          <p:cNvPr id="10" name="Picture Placeholder" descr="This photo is a 'placeholder' only. Drag or drop your photo here, or click and tap the center to insert a photo.">
            <a:extLst>
              <a:ext uri="{FF2B5EF4-FFF2-40B4-BE49-F238E27FC236}">
                <a16:creationId xmlns:a16="http://schemas.microsoft.com/office/drawing/2014/main" id="{D59F3EBB-786F-7A42-B92F-72211CA921FC}"/>
              </a:ext>
            </a:extLst>
          </p:cNvPr>
          <p:cNvSpPr>
            <a:spLocks noGrp="1"/>
          </p:cNvSpPr>
          <p:nvPr>
            <p:ph type="pic" sz="quarter" idx="18" hasCustomPrompt="1"/>
          </p:nvPr>
        </p:nvSpPr>
        <p:spPr bwMode="gray">
          <a:xfrm>
            <a:off x="7668652" y="1508003"/>
            <a:ext cx="906234" cy="852256"/>
          </a:xfrm>
          <a:pattFill prst="wdUpDiag">
            <a:fgClr>
              <a:schemeClr val="accent1">
                <a:lumMod val="50000"/>
              </a:schemeClr>
            </a:fgClr>
            <a:bgClr>
              <a:schemeClr val="tx2">
                <a:lumMod val="50000"/>
              </a:schemeClr>
            </a:bgClr>
          </a:pattFill>
          <a:ln w="12700">
            <a:solidFill>
              <a:schemeClr val="bg1">
                <a:lumMod val="75000"/>
              </a:schemeClr>
            </a:solidFill>
            <a:miter lim="800000"/>
          </a:ln>
        </p:spPr>
        <p:txBody>
          <a:bodyPr lIns="91440" tIns="91440" rIns="91440" bIns="91440" anchor="ctr" anchorCtr="0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800" b="0">
                <a:solidFill>
                  <a:srgbClr val="FFFFFF"/>
                </a:solidFill>
                <a:latin typeface="+mn-lt"/>
                <a:cs typeface="Segoe UI" panose="020B0502040204020203" pitchFamily="34" charset="0"/>
              </a:defRPr>
            </a:lvl1pPr>
          </a:lstStyle>
          <a:p>
            <a:r>
              <a:rPr lang="en-US" dirty="0"/>
              <a:t>Drop Image</a:t>
            </a:r>
          </a:p>
        </p:txBody>
      </p:sp>
      <p:sp>
        <p:nvSpPr>
          <p:cNvPr id="11" name="Picture Placeholder" descr="This photo is a 'placeholder' only. Drag or drop your photo here, or click and tap the center to insert a photo.">
            <a:extLst>
              <a:ext uri="{FF2B5EF4-FFF2-40B4-BE49-F238E27FC236}">
                <a16:creationId xmlns:a16="http://schemas.microsoft.com/office/drawing/2014/main" id="{EBA676D0-34EC-3646-AC3D-071EB3DD9D6C}"/>
              </a:ext>
            </a:extLst>
          </p:cNvPr>
          <p:cNvSpPr>
            <a:spLocks noGrp="1"/>
          </p:cNvSpPr>
          <p:nvPr>
            <p:ph type="pic" sz="quarter" idx="19" hasCustomPrompt="1"/>
          </p:nvPr>
        </p:nvSpPr>
        <p:spPr bwMode="gray">
          <a:xfrm>
            <a:off x="8680136" y="1508003"/>
            <a:ext cx="906234" cy="852256"/>
          </a:xfrm>
          <a:pattFill prst="wdUpDiag">
            <a:fgClr>
              <a:schemeClr val="accent1">
                <a:lumMod val="50000"/>
              </a:schemeClr>
            </a:fgClr>
            <a:bgClr>
              <a:schemeClr val="tx2">
                <a:lumMod val="50000"/>
              </a:schemeClr>
            </a:bgClr>
          </a:pattFill>
          <a:ln w="12700">
            <a:solidFill>
              <a:schemeClr val="bg1">
                <a:lumMod val="75000"/>
              </a:schemeClr>
            </a:solidFill>
            <a:miter lim="800000"/>
          </a:ln>
        </p:spPr>
        <p:txBody>
          <a:bodyPr lIns="91440" tIns="91440" rIns="91440" bIns="91440" anchor="ctr" anchorCtr="0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800" b="0">
                <a:solidFill>
                  <a:srgbClr val="FFFFFF"/>
                </a:solidFill>
                <a:latin typeface="+mn-lt"/>
                <a:cs typeface="Segoe UI" panose="020B0502040204020203" pitchFamily="34" charset="0"/>
              </a:defRPr>
            </a:lvl1pPr>
          </a:lstStyle>
          <a:p>
            <a:r>
              <a:rPr lang="en-US" dirty="0"/>
              <a:t>Drop Image</a:t>
            </a:r>
          </a:p>
        </p:txBody>
      </p:sp>
      <p:sp>
        <p:nvSpPr>
          <p:cNvPr id="12" name="Picture Placeholder" descr="This photo is a 'placeholder' only. Drag or drop your photo here, or click and tap the center to insert a photo.">
            <a:extLst>
              <a:ext uri="{FF2B5EF4-FFF2-40B4-BE49-F238E27FC236}">
                <a16:creationId xmlns:a16="http://schemas.microsoft.com/office/drawing/2014/main" id="{1ADFD9C1-E635-1B46-BC21-4D5D3069E75B}"/>
              </a:ext>
            </a:extLst>
          </p:cNvPr>
          <p:cNvSpPr>
            <a:spLocks noGrp="1"/>
          </p:cNvSpPr>
          <p:nvPr>
            <p:ph type="pic" sz="quarter" idx="20" hasCustomPrompt="1"/>
          </p:nvPr>
        </p:nvSpPr>
        <p:spPr bwMode="gray">
          <a:xfrm>
            <a:off x="9691620" y="1508003"/>
            <a:ext cx="906234" cy="852256"/>
          </a:xfrm>
          <a:pattFill prst="wdUpDiag">
            <a:fgClr>
              <a:schemeClr val="accent1">
                <a:lumMod val="50000"/>
              </a:schemeClr>
            </a:fgClr>
            <a:bgClr>
              <a:schemeClr val="tx2">
                <a:lumMod val="50000"/>
              </a:schemeClr>
            </a:bgClr>
          </a:pattFill>
          <a:ln w="12700">
            <a:solidFill>
              <a:schemeClr val="bg1">
                <a:lumMod val="75000"/>
              </a:schemeClr>
            </a:solidFill>
            <a:miter lim="800000"/>
          </a:ln>
        </p:spPr>
        <p:txBody>
          <a:bodyPr lIns="91440" tIns="91440" rIns="91440" bIns="91440" anchor="ctr" anchorCtr="0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800" b="0">
                <a:solidFill>
                  <a:srgbClr val="FFFFFF"/>
                </a:solidFill>
                <a:latin typeface="+mn-lt"/>
                <a:cs typeface="Segoe UI" panose="020B0502040204020203" pitchFamily="34" charset="0"/>
              </a:defRPr>
            </a:lvl1pPr>
          </a:lstStyle>
          <a:p>
            <a:r>
              <a:rPr lang="en-US" dirty="0"/>
              <a:t>Drop Image</a:t>
            </a:r>
          </a:p>
        </p:txBody>
      </p:sp>
      <p:sp>
        <p:nvSpPr>
          <p:cNvPr id="13" name="Picture Placeholder" descr="This photo is a 'placeholder' only. Drag or drop your photo here, or click and tap the center to insert a photo.">
            <a:extLst>
              <a:ext uri="{FF2B5EF4-FFF2-40B4-BE49-F238E27FC236}">
                <a16:creationId xmlns:a16="http://schemas.microsoft.com/office/drawing/2014/main" id="{3CF35C45-D347-D645-8CD2-6E3D2088C4CC}"/>
              </a:ext>
            </a:extLst>
          </p:cNvPr>
          <p:cNvSpPr>
            <a:spLocks noGrp="1"/>
          </p:cNvSpPr>
          <p:nvPr>
            <p:ph type="pic" sz="quarter" idx="21" hasCustomPrompt="1"/>
          </p:nvPr>
        </p:nvSpPr>
        <p:spPr bwMode="gray">
          <a:xfrm>
            <a:off x="10703108" y="1508003"/>
            <a:ext cx="906234" cy="852256"/>
          </a:xfrm>
          <a:pattFill prst="wdUpDiag">
            <a:fgClr>
              <a:schemeClr val="accent1">
                <a:lumMod val="50000"/>
              </a:schemeClr>
            </a:fgClr>
            <a:bgClr>
              <a:schemeClr val="tx2">
                <a:lumMod val="50000"/>
              </a:schemeClr>
            </a:bgClr>
          </a:pattFill>
          <a:ln w="12700">
            <a:solidFill>
              <a:schemeClr val="bg1">
                <a:lumMod val="75000"/>
              </a:schemeClr>
            </a:solidFill>
            <a:miter lim="800000"/>
          </a:ln>
        </p:spPr>
        <p:txBody>
          <a:bodyPr lIns="91440" tIns="91440" rIns="91440" bIns="91440" anchor="ctr" anchorCtr="0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800" b="0">
                <a:solidFill>
                  <a:srgbClr val="FFFFFF"/>
                </a:solidFill>
                <a:latin typeface="+mn-lt"/>
                <a:cs typeface="Segoe UI" panose="020B0502040204020203" pitchFamily="34" charset="0"/>
              </a:defRPr>
            </a:lvl1pPr>
          </a:lstStyle>
          <a:p>
            <a:r>
              <a:rPr lang="en-US" dirty="0"/>
              <a:t>Drop Image</a:t>
            </a:r>
          </a:p>
        </p:txBody>
      </p:sp>
      <p:sp>
        <p:nvSpPr>
          <p:cNvPr id="14" name="Picture Placeholder" descr="This photo is a 'placeholder' only. Drag or drop your photo here, or click and tap the center to insert a photo.">
            <a:extLst>
              <a:ext uri="{FF2B5EF4-FFF2-40B4-BE49-F238E27FC236}">
                <a16:creationId xmlns:a16="http://schemas.microsoft.com/office/drawing/2014/main" id="{19475B80-6F15-0744-AB11-132AC7CF9AF6}"/>
              </a:ext>
            </a:extLst>
          </p:cNvPr>
          <p:cNvSpPr>
            <a:spLocks noGrp="1"/>
          </p:cNvSpPr>
          <p:nvPr>
            <p:ph type="pic" sz="quarter" idx="22" hasCustomPrompt="1"/>
          </p:nvPr>
        </p:nvSpPr>
        <p:spPr bwMode="gray">
          <a:xfrm>
            <a:off x="588264" y="2461913"/>
            <a:ext cx="906234" cy="852256"/>
          </a:xfrm>
          <a:pattFill prst="wdUpDiag">
            <a:fgClr>
              <a:schemeClr val="accent1">
                <a:lumMod val="50000"/>
              </a:schemeClr>
            </a:fgClr>
            <a:bgClr>
              <a:schemeClr val="tx2">
                <a:lumMod val="50000"/>
              </a:schemeClr>
            </a:bgClr>
          </a:pattFill>
          <a:ln w="12700">
            <a:solidFill>
              <a:schemeClr val="bg1">
                <a:lumMod val="75000"/>
              </a:schemeClr>
            </a:solidFill>
            <a:miter lim="800000"/>
          </a:ln>
        </p:spPr>
        <p:txBody>
          <a:bodyPr lIns="91440" tIns="91440" rIns="91440" bIns="91440" anchor="ctr" anchorCtr="0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800" b="0">
                <a:solidFill>
                  <a:srgbClr val="FFFFFF"/>
                </a:solidFill>
                <a:latin typeface="+mn-lt"/>
                <a:cs typeface="Segoe UI" panose="020B0502040204020203" pitchFamily="34" charset="0"/>
              </a:defRPr>
            </a:lvl1pPr>
          </a:lstStyle>
          <a:p>
            <a:r>
              <a:rPr lang="en-US" dirty="0"/>
              <a:t>Drop Image</a:t>
            </a:r>
          </a:p>
        </p:txBody>
      </p:sp>
      <p:sp>
        <p:nvSpPr>
          <p:cNvPr id="15" name="Picture Placeholder" descr="This photo is a 'placeholder' only. Drag or drop your photo here, or click and tap the center to insert a photo.">
            <a:extLst>
              <a:ext uri="{FF2B5EF4-FFF2-40B4-BE49-F238E27FC236}">
                <a16:creationId xmlns:a16="http://schemas.microsoft.com/office/drawing/2014/main" id="{2E65AC22-FEB4-6245-8825-006D3BD5EEC0}"/>
              </a:ext>
            </a:extLst>
          </p:cNvPr>
          <p:cNvSpPr>
            <a:spLocks noGrp="1"/>
          </p:cNvSpPr>
          <p:nvPr>
            <p:ph type="pic" sz="quarter" idx="23" hasCustomPrompt="1"/>
          </p:nvPr>
        </p:nvSpPr>
        <p:spPr bwMode="gray">
          <a:xfrm>
            <a:off x="1599748" y="2461913"/>
            <a:ext cx="906234" cy="852256"/>
          </a:xfrm>
          <a:pattFill prst="wdUpDiag">
            <a:fgClr>
              <a:schemeClr val="accent1">
                <a:lumMod val="50000"/>
              </a:schemeClr>
            </a:fgClr>
            <a:bgClr>
              <a:schemeClr val="tx2">
                <a:lumMod val="50000"/>
              </a:schemeClr>
            </a:bgClr>
          </a:pattFill>
          <a:ln w="12700">
            <a:solidFill>
              <a:schemeClr val="bg1">
                <a:lumMod val="75000"/>
              </a:schemeClr>
            </a:solidFill>
            <a:miter lim="800000"/>
          </a:ln>
        </p:spPr>
        <p:txBody>
          <a:bodyPr lIns="91440" tIns="91440" rIns="91440" bIns="91440" anchor="ctr" anchorCtr="0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800" b="0">
                <a:solidFill>
                  <a:srgbClr val="FFFFFF"/>
                </a:solidFill>
                <a:latin typeface="+mn-lt"/>
                <a:cs typeface="Segoe UI" panose="020B0502040204020203" pitchFamily="34" charset="0"/>
              </a:defRPr>
            </a:lvl1pPr>
          </a:lstStyle>
          <a:p>
            <a:r>
              <a:rPr lang="en-US" dirty="0"/>
              <a:t>Drop Image</a:t>
            </a:r>
          </a:p>
        </p:txBody>
      </p:sp>
      <p:sp>
        <p:nvSpPr>
          <p:cNvPr id="16" name="Picture Placeholder" descr="This photo is a 'placeholder' only. Drag or drop your photo here, or click and tap the center to insert a photo.">
            <a:extLst>
              <a:ext uri="{FF2B5EF4-FFF2-40B4-BE49-F238E27FC236}">
                <a16:creationId xmlns:a16="http://schemas.microsoft.com/office/drawing/2014/main" id="{2CA5DEB6-0C05-E64B-93D0-2DC0A025A090}"/>
              </a:ext>
            </a:extLst>
          </p:cNvPr>
          <p:cNvSpPr>
            <a:spLocks noGrp="1"/>
          </p:cNvSpPr>
          <p:nvPr>
            <p:ph type="pic" sz="quarter" idx="24" hasCustomPrompt="1"/>
          </p:nvPr>
        </p:nvSpPr>
        <p:spPr bwMode="gray">
          <a:xfrm>
            <a:off x="2611232" y="2461913"/>
            <a:ext cx="906234" cy="852256"/>
          </a:xfrm>
          <a:pattFill prst="wdUpDiag">
            <a:fgClr>
              <a:schemeClr val="accent1">
                <a:lumMod val="50000"/>
              </a:schemeClr>
            </a:fgClr>
            <a:bgClr>
              <a:schemeClr val="tx2">
                <a:lumMod val="50000"/>
              </a:schemeClr>
            </a:bgClr>
          </a:pattFill>
          <a:ln w="12700">
            <a:solidFill>
              <a:schemeClr val="bg1">
                <a:lumMod val="75000"/>
              </a:schemeClr>
            </a:solidFill>
            <a:miter lim="800000"/>
          </a:ln>
        </p:spPr>
        <p:txBody>
          <a:bodyPr lIns="91440" tIns="91440" rIns="91440" bIns="91440" anchor="ctr" anchorCtr="0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800" b="0">
                <a:solidFill>
                  <a:srgbClr val="FFFFFF"/>
                </a:solidFill>
                <a:latin typeface="+mn-lt"/>
                <a:cs typeface="Segoe UI" panose="020B0502040204020203" pitchFamily="34" charset="0"/>
              </a:defRPr>
            </a:lvl1pPr>
          </a:lstStyle>
          <a:p>
            <a:r>
              <a:rPr lang="en-US" dirty="0"/>
              <a:t>Drop Image</a:t>
            </a:r>
          </a:p>
        </p:txBody>
      </p:sp>
      <p:sp>
        <p:nvSpPr>
          <p:cNvPr id="17" name="Picture Placeholder" descr="This photo is a 'placeholder' only. Drag or drop your photo here, or click and tap the center to insert a photo.">
            <a:extLst>
              <a:ext uri="{FF2B5EF4-FFF2-40B4-BE49-F238E27FC236}">
                <a16:creationId xmlns:a16="http://schemas.microsoft.com/office/drawing/2014/main" id="{3E846680-CCD1-9948-9632-5B8197B7DFFC}"/>
              </a:ext>
            </a:extLst>
          </p:cNvPr>
          <p:cNvSpPr>
            <a:spLocks noGrp="1"/>
          </p:cNvSpPr>
          <p:nvPr>
            <p:ph type="pic" sz="quarter" idx="25" hasCustomPrompt="1"/>
          </p:nvPr>
        </p:nvSpPr>
        <p:spPr bwMode="gray">
          <a:xfrm>
            <a:off x="3622716" y="2461913"/>
            <a:ext cx="906234" cy="852256"/>
          </a:xfrm>
          <a:pattFill prst="wdUpDiag">
            <a:fgClr>
              <a:schemeClr val="accent1">
                <a:lumMod val="50000"/>
              </a:schemeClr>
            </a:fgClr>
            <a:bgClr>
              <a:schemeClr val="tx2">
                <a:lumMod val="50000"/>
              </a:schemeClr>
            </a:bgClr>
          </a:pattFill>
          <a:ln w="12700">
            <a:solidFill>
              <a:schemeClr val="bg1">
                <a:lumMod val="75000"/>
              </a:schemeClr>
            </a:solidFill>
            <a:miter lim="800000"/>
          </a:ln>
        </p:spPr>
        <p:txBody>
          <a:bodyPr lIns="91440" tIns="91440" rIns="91440" bIns="91440" anchor="ctr" anchorCtr="0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800" b="0">
                <a:solidFill>
                  <a:srgbClr val="FFFFFF"/>
                </a:solidFill>
                <a:latin typeface="+mn-lt"/>
                <a:cs typeface="Segoe UI" panose="020B0502040204020203" pitchFamily="34" charset="0"/>
              </a:defRPr>
            </a:lvl1pPr>
          </a:lstStyle>
          <a:p>
            <a:r>
              <a:rPr lang="en-US" dirty="0"/>
              <a:t>Drop Image</a:t>
            </a:r>
          </a:p>
        </p:txBody>
      </p:sp>
      <p:sp>
        <p:nvSpPr>
          <p:cNvPr id="18" name="Picture Placeholder" descr="This photo is a 'placeholder' only. Drag or drop your photo here, or click and tap the center to insert a photo.">
            <a:extLst>
              <a:ext uri="{FF2B5EF4-FFF2-40B4-BE49-F238E27FC236}">
                <a16:creationId xmlns:a16="http://schemas.microsoft.com/office/drawing/2014/main" id="{E079D992-3FCF-A34A-88A0-8A2A68C972E0}"/>
              </a:ext>
            </a:extLst>
          </p:cNvPr>
          <p:cNvSpPr>
            <a:spLocks noGrp="1"/>
          </p:cNvSpPr>
          <p:nvPr>
            <p:ph type="pic" sz="quarter" idx="26" hasCustomPrompt="1"/>
          </p:nvPr>
        </p:nvSpPr>
        <p:spPr bwMode="gray">
          <a:xfrm>
            <a:off x="4634200" y="2461913"/>
            <a:ext cx="906234" cy="852256"/>
          </a:xfrm>
          <a:pattFill prst="wdUpDiag">
            <a:fgClr>
              <a:schemeClr val="accent1">
                <a:lumMod val="50000"/>
              </a:schemeClr>
            </a:fgClr>
            <a:bgClr>
              <a:schemeClr val="tx2">
                <a:lumMod val="50000"/>
              </a:schemeClr>
            </a:bgClr>
          </a:pattFill>
          <a:ln w="12700">
            <a:solidFill>
              <a:schemeClr val="bg1">
                <a:lumMod val="75000"/>
              </a:schemeClr>
            </a:solidFill>
            <a:miter lim="800000"/>
          </a:ln>
        </p:spPr>
        <p:txBody>
          <a:bodyPr lIns="91440" tIns="91440" rIns="91440" bIns="91440" anchor="ctr" anchorCtr="0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800" b="0">
                <a:solidFill>
                  <a:srgbClr val="FFFFFF"/>
                </a:solidFill>
                <a:latin typeface="+mn-lt"/>
                <a:cs typeface="Segoe UI" panose="020B0502040204020203" pitchFamily="34" charset="0"/>
              </a:defRPr>
            </a:lvl1pPr>
          </a:lstStyle>
          <a:p>
            <a:r>
              <a:rPr lang="en-US" dirty="0"/>
              <a:t>Drop Image</a:t>
            </a:r>
          </a:p>
        </p:txBody>
      </p:sp>
      <p:sp>
        <p:nvSpPr>
          <p:cNvPr id="19" name="Picture Placeholder" descr="This photo is a 'placeholder' only. Drag or drop your photo here, or click and tap the center to insert a photo.">
            <a:extLst>
              <a:ext uri="{FF2B5EF4-FFF2-40B4-BE49-F238E27FC236}">
                <a16:creationId xmlns:a16="http://schemas.microsoft.com/office/drawing/2014/main" id="{72996246-3D80-2E4F-B8C7-B5C201E6038B}"/>
              </a:ext>
            </a:extLst>
          </p:cNvPr>
          <p:cNvSpPr>
            <a:spLocks noGrp="1"/>
          </p:cNvSpPr>
          <p:nvPr>
            <p:ph type="pic" sz="quarter" idx="27" hasCustomPrompt="1"/>
          </p:nvPr>
        </p:nvSpPr>
        <p:spPr bwMode="gray">
          <a:xfrm>
            <a:off x="5645684" y="2461913"/>
            <a:ext cx="906234" cy="852256"/>
          </a:xfrm>
          <a:pattFill prst="wdUpDiag">
            <a:fgClr>
              <a:schemeClr val="accent1">
                <a:lumMod val="50000"/>
              </a:schemeClr>
            </a:fgClr>
            <a:bgClr>
              <a:schemeClr val="tx2">
                <a:lumMod val="50000"/>
              </a:schemeClr>
            </a:bgClr>
          </a:pattFill>
          <a:ln w="12700">
            <a:solidFill>
              <a:schemeClr val="bg1">
                <a:lumMod val="75000"/>
              </a:schemeClr>
            </a:solidFill>
            <a:miter lim="800000"/>
          </a:ln>
        </p:spPr>
        <p:txBody>
          <a:bodyPr lIns="91440" tIns="91440" rIns="91440" bIns="91440" anchor="ctr" anchorCtr="0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800" b="0">
                <a:solidFill>
                  <a:srgbClr val="FFFFFF"/>
                </a:solidFill>
                <a:latin typeface="+mn-lt"/>
                <a:cs typeface="Segoe UI" panose="020B0502040204020203" pitchFamily="34" charset="0"/>
              </a:defRPr>
            </a:lvl1pPr>
          </a:lstStyle>
          <a:p>
            <a:r>
              <a:rPr lang="en-US" dirty="0"/>
              <a:t>Drop Image</a:t>
            </a:r>
          </a:p>
        </p:txBody>
      </p:sp>
      <p:sp>
        <p:nvSpPr>
          <p:cNvPr id="20" name="Picture Placeholder" descr="This photo is a 'placeholder' only. Drag or drop your photo here, or click and tap the center to insert a photo.">
            <a:extLst>
              <a:ext uri="{FF2B5EF4-FFF2-40B4-BE49-F238E27FC236}">
                <a16:creationId xmlns:a16="http://schemas.microsoft.com/office/drawing/2014/main" id="{5B08E9CE-2FBC-A34F-A25C-316E2F2AFB58}"/>
              </a:ext>
            </a:extLst>
          </p:cNvPr>
          <p:cNvSpPr>
            <a:spLocks noGrp="1"/>
          </p:cNvSpPr>
          <p:nvPr>
            <p:ph type="pic" sz="quarter" idx="28" hasCustomPrompt="1"/>
          </p:nvPr>
        </p:nvSpPr>
        <p:spPr bwMode="gray">
          <a:xfrm>
            <a:off x="6657168" y="2461913"/>
            <a:ext cx="906234" cy="852256"/>
          </a:xfrm>
          <a:pattFill prst="wdUpDiag">
            <a:fgClr>
              <a:schemeClr val="accent1">
                <a:lumMod val="50000"/>
              </a:schemeClr>
            </a:fgClr>
            <a:bgClr>
              <a:schemeClr val="tx2">
                <a:lumMod val="50000"/>
              </a:schemeClr>
            </a:bgClr>
          </a:pattFill>
          <a:ln w="12700">
            <a:solidFill>
              <a:schemeClr val="bg1">
                <a:lumMod val="75000"/>
              </a:schemeClr>
            </a:solidFill>
            <a:miter lim="800000"/>
          </a:ln>
        </p:spPr>
        <p:txBody>
          <a:bodyPr lIns="91440" tIns="91440" rIns="91440" bIns="91440" anchor="ctr" anchorCtr="0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800" b="0">
                <a:solidFill>
                  <a:srgbClr val="FFFFFF"/>
                </a:solidFill>
                <a:latin typeface="+mn-lt"/>
                <a:cs typeface="Segoe UI" panose="020B0502040204020203" pitchFamily="34" charset="0"/>
              </a:defRPr>
            </a:lvl1pPr>
          </a:lstStyle>
          <a:p>
            <a:r>
              <a:rPr lang="en-US" dirty="0"/>
              <a:t>Drop Image</a:t>
            </a:r>
          </a:p>
        </p:txBody>
      </p:sp>
      <p:sp>
        <p:nvSpPr>
          <p:cNvPr id="21" name="Picture Placeholder" descr="This photo is a 'placeholder' only. Drag or drop your photo here, or click and tap the center to insert a photo.">
            <a:extLst>
              <a:ext uri="{FF2B5EF4-FFF2-40B4-BE49-F238E27FC236}">
                <a16:creationId xmlns:a16="http://schemas.microsoft.com/office/drawing/2014/main" id="{FDB30B13-3B8F-8940-A799-8867F379BBFF}"/>
              </a:ext>
            </a:extLst>
          </p:cNvPr>
          <p:cNvSpPr>
            <a:spLocks noGrp="1"/>
          </p:cNvSpPr>
          <p:nvPr>
            <p:ph type="pic" sz="quarter" idx="29" hasCustomPrompt="1"/>
          </p:nvPr>
        </p:nvSpPr>
        <p:spPr bwMode="gray">
          <a:xfrm>
            <a:off x="7668652" y="2461913"/>
            <a:ext cx="906234" cy="852256"/>
          </a:xfrm>
          <a:pattFill prst="wdUpDiag">
            <a:fgClr>
              <a:schemeClr val="accent1">
                <a:lumMod val="50000"/>
              </a:schemeClr>
            </a:fgClr>
            <a:bgClr>
              <a:schemeClr val="tx2">
                <a:lumMod val="50000"/>
              </a:schemeClr>
            </a:bgClr>
          </a:pattFill>
          <a:ln w="12700">
            <a:solidFill>
              <a:schemeClr val="bg1">
                <a:lumMod val="75000"/>
              </a:schemeClr>
            </a:solidFill>
            <a:miter lim="800000"/>
          </a:ln>
        </p:spPr>
        <p:txBody>
          <a:bodyPr lIns="91440" tIns="91440" rIns="91440" bIns="91440" anchor="ctr" anchorCtr="0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800" b="0">
                <a:solidFill>
                  <a:srgbClr val="FFFFFF"/>
                </a:solidFill>
                <a:latin typeface="+mn-lt"/>
                <a:cs typeface="Segoe UI" panose="020B0502040204020203" pitchFamily="34" charset="0"/>
              </a:defRPr>
            </a:lvl1pPr>
          </a:lstStyle>
          <a:p>
            <a:r>
              <a:rPr lang="en-US" dirty="0"/>
              <a:t>Drop Image</a:t>
            </a:r>
          </a:p>
        </p:txBody>
      </p:sp>
      <p:sp>
        <p:nvSpPr>
          <p:cNvPr id="22" name="Picture Placeholder" descr="This photo is a 'placeholder' only. Drag or drop your photo here, or click and tap the center to insert a photo.">
            <a:extLst>
              <a:ext uri="{FF2B5EF4-FFF2-40B4-BE49-F238E27FC236}">
                <a16:creationId xmlns:a16="http://schemas.microsoft.com/office/drawing/2014/main" id="{EC27ED1D-2D58-0F4E-AF78-B5F5237C75C8}"/>
              </a:ext>
            </a:extLst>
          </p:cNvPr>
          <p:cNvSpPr>
            <a:spLocks noGrp="1"/>
          </p:cNvSpPr>
          <p:nvPr>
            <p:ph type="pic" sz="quarter" idx="30" hasCustomPrompt="1"/>
          </p:nvPr>
        </p:nvSpPr>
        <p:spPr bwMode="gray">
          <a:xfrm>
            <a:off x="8680136" y="2461913"/>
            <a:ext cx="906234" cy="852256"/>
          </a:xfrm>
          <a:pattFill prst="wdUpDiag">
            <a:fgClr>
              <a:schemeClr val="accent1">
                <a:lumMod val="50000"/>
              </a:schemeClr>
            </a:fgClr>
            <a:bgClr>
              <a:schemeClr val="tx2">
                <a:lumMod val="50000"/>
              </a:schemeClr>
            </a:bgClr>
          </a:pattFill>
          <a:ln w="12700">
            <a:solidFill>
              <a:schemeClr val="bg1">
                <a:lumMod val="75000"/>
              </a:schemeClr>
            </a:solidFill>
            <a:miter lim="800000"/>
          </a:ln>
        </p:spPr>
        <p:txBody>
          <a:bodyPr lIns="91440" tIns="91440" rIns="91440" bIns="91440" anchor="ctr" anchorCtr="0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800" b="0">
                <a:solidFill>
                  <a:srgbClr val="FFFFFF"/>
                </a:solidFill>
                <a:latin typeface="+mn-lt"/>
                <a:cs typeface="Segoe UI" panose="020B0502040204020203" pitchFamily="34" charset="0"/>
              </a:defRPr>
            </a:lvl1pPr>
          </a:lstStyle>
          <a:p>
            <a:r>
              <a:rPr lang="en-US" dirty="0"/>
              <a:t>Drop Image</a:t>
            </a:r>
          </a:p>
        </p:txBody>
      </p:sp>
      <p:sp>
        <p:nvSpPr>
          <p:cNvPr id="23" name="Picture Placeholder" descr="This photo is a 'placeholder' only. Drag or drop your photo here, or click and tap the center to insert a photo.">
            <a:extLst>
              <a:ext uri="{FF2B5EF4-FFF2-40B4-BE49-F238E27FC236}">
                <a16:creationId xmlns:a16="http://schemas.microsoft.com/office/drawing/2014/main" id="{74EBE182-B741-BC49-B664-B0A622BFEA17}"/>
              </a:ext>
            </a:extLst>
          </p:cNvPr>
          <p:cNvSpPr>
            <a:spLocks noGrp="1"/>
          </p:cNvSpPr>
          <p:nvPr>
            <p:ph type="pic" sz="quarter" idx="31" hasCustomPrompt="1"/>
          </p:nvPr>
        </p:nvSpPr>
        <p:spPr bwMode="gray">
          <a:xfrm>
            <a:off x="9691620" y="2461913"/>
            <a:ext cx="906234" cy="852256"/>
          </a:xfrm>
          <a:pattFill prst="wdUpDiag">
            <a:fgClr>
              <a:schemeClr val="accent1">
                <a:lumMod val="50000"/>
              </a:schemeClr>
            </a:fgClr>
            <a:bgClr>
              <a:schemeClr val="tx2">
                <a:lumMod val="50000"/>
              </a:schemeClr>
            </a:bgClr>
          </a:pattFill>
          <a:ln w="12700">
            <a:solidFill>
              <a:schemeClr val="bg1">
                <a:lumMod val="75000"/>
              </a:schemeClr>
            </a:solidFill>
            <a:miter lim="800000"/>
          </a:ln>
        </p:spPr>
        <p:txBody>
          <a:bodyPr lIns="91440" tIns="91440" rIns="91440" bIns="91440" anchor="ctr" anchorCtr="0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800" b="0">
                <a:solidFill>
                  <a:srgbClr val="FFFFFF"/>
                </a:solidFill>
                <a:latin typeface="+mn-lt"/>
                <a:cs typeface="Segoe UI" panose="020B0502040204020203" pitchFamily="34" charset="0"/>
              </a:defRPr>
            </a:lvl1pPr>
          </a:lstStyle>
          <a:p>
            <a:r>
              <a:rPr lang="en-US" dirty="0"/>
              <a:t>Drop Image</a:t>
            </a:r>
          </a:p>
        </p:txBody>
      </p:sp>
      <p:sp>
        <p:nvSpPr>
          <p:cNvPr id="24" name="Picture Placeholder" descr="This photo is a 'placeholder' only. Drag or drop your photo here, or click and tap the center to insert a photo.">
            <a:extLst>
              <a:ext uri="{FF2B5EF4-FFF2-40B4-BE49-F238E27FC236}">
                <a16:creationId xmlns:a16="http://schemas.microsoft.com/office/drawing/2014/main" id="{216A9CF0-7A7F-AE48-971A-01E1283DC04D}"/>
              </a:ext>
            </a:extLst>
          </p:cNvPr>
          <p:cNvSpPr>
            <a:spLocks noGrp="1"/>
          </p:cNvSpPr>
          <p:nvPr>
            <p:ph type="pic" sz="quarter" idx="32" hasCustomPrompt="1"/>
          </p:nvPr>
        </p:nvSpPr>
        <p:spPr bwMode="gray">
          <a:xfrm>
            <a:off x="10703108" y="2461913"/>
            <a:ext cx="906234" cy="852256"/>
          </a:xfrm>
          <a:pattFill prst="wdUpDiag">
            <a:fgClr>
              <a:schemeClr val="accent1">
                <a:lumMod val="50000"/>
              </a:schemeClr>
            </a:fgClr>
            <a:bgClr>
              <a:schemeClr val="tx2">
                <a:lumMod val="50000"/>
              </a:schemeClr>
            </a:bgClr>
          </a:pattFill>
          <a:ln w="12700">
            <a:solidFill>
              <a:schemeClr val="bg1">
                <a:lumMod val="75000"/>
              </a:schemeClr>
            </a:solidFill>
            <a:miter lim="800000"/>
          </a:ln>
        </p:spPr>
        <p:txBody>
          <a:bodyPr lIns="91440" tIns="91440" rIns="91440" bIns="91440" anchor="ctr" anchorCtr="0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800" b="0">
                <a:solidFill>
                  <a:srgbClr val="FFFFFF"/>
                </a:solidFill>
                <a:latin typeface="+mn-lt"/>
                <a:cs typeface="Segoe UI" panose="020B0502040204020203" pitchFamily="34" charset="0"/>
              </a:defRPr>
            </a:lvl1pPr>
          </a:lstStyle>
          <a:p>
            <a:r>
              <a:rPr lang="en-US" dirty="0"/>
              <a:t>Drop Image</a:t>
            </a:r>
          </a:p>
        </p:txBody>
      </p:sp>
      <p:sp>
        <p:nvSpPr>
          <p:cNvPr id="47" name="Picture Placeholder" descr="This photo is a 'placeholder' only. Drag or drop your photo here, or click and tap the center to insert a photo.">
            <a:extLst>
              <a:ext uri="{FF2B5EF4-FFF2-40B4-BE49-F238E27FC236}">
                <a16:creationId xmlns:a16="http://schemas.microsoft.com/office/drawing/2014/main" id="{EE48212A-DC2D-8A4E-948F-CED552226B35}"/>
              </a:ext>
            </a:extLst>
          </p:cNvPr>
          <p:cNvSpPr>
            <a:spLocks noGrp="1"/>
          </p:cNvSpPr>
          <p:nvPr>
            <p:ph type="pic" sz="quarter" idx="33" hasCustomPrompt="1"/>
          </p:nvPr>
        </p:nvSpPr>
        <p:spPr bwMode="gray">
          <a:xfrm>
            <a:off x="588264" y="3415823"/>
            <a:ext cx="906234" cy="852256"/>
          </a:xfrm>
          <a:pattFill prst="wdUpDiag">
            <a:fgClr>
              <a:schemeClr val="accent1">
                <a:lumMod val="50000"/>
              </a:schemeClr>
            </a:fgClr>
            <a:bgClr>
              <a:schemeClr val="tx2">
                <a:lumMod val="50000"/>
              </a:schemeClr>
            </a:bgClr>
          </a:pattFill>
          <a:ln w="12700">
            <a:solidFill>
              <a:schemeClr val="bg1">
                <a:lumMod val="75000"/>
              </a:schemeClr>
            </a:solidFill>
            <a:miter lim="800000"/>
          </a:ln>
        </p:spPr>
        <p:txBody>
          <a:bodyPr lIns="91440" tIns="91440" rIns="91440" bIns="91440" anchor="ctr" anchorCtr="0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800" b="0">
                <a:solidFill>
                  <a:srgbClr val="FFFFFF"/>
                </a:solidFill>
                <a:latin typeface="+mn-lt"/>
                <a:cs typeface="Segoe UI" panose="020B0502040204020203" pitchFamily="34" charset="0"/>
              </a:defRPr>
            </a:lvl1pPr>
          </a:lstStyle>
          <a:p>
            <a:r>
              <a:rPr lang="en-US" dirty="0"/>
              <a:t>Drop Image</a:t>
            </a:r>
          </a:p>
        </p:txBody>
      </p:sp>
      <p:sp>
        <p:nvSpPr>
          <p:cNvPr id="48" name="Picture Placeholder" descr="This photo is a 'placeholder' only. Drag or drop your photo here, or click and tap the center to insert a photo.">
            <a:extLst>
              <a:ext uri="{FF2B5EF4-FFF2-40B4-BE49-F238E27FC236}">
                <a16:creationId xmlns:a16="http://schemas.microsoft.com/office/drawing/2014/main" id="{2A7EC4B1-AFA8-B84C-9D6B-CFC26A347773}"/>
              </a:ext>
            </a:extLst>
          </p:cNvPr>
          <p:cNvSpPr>
            <a:spLocks noGrp="1"/>
          </p:cNvSpPr>
          <p:nvPr>
            <p:ph type="pic" sz="quarter" idx="34" hasCustomPrompt="1"/>
          </p:nvPr>
        </p:nvSpPr>
        <p:spPr bwMode="gray">
          <a:xfrm>
            <a:off x="1599748" y="3415823"/>
            <a:ext cx="906234" cy="852256"/>
          </a:xfrm>
          <a:pattFill prst="wdUpDiag">
            <a:fgClr>
              <a:schemeClr val="accent1">
                <a:lumMod val="50000"/>
              </a:schemeClr>
            </a:fgClr>
            <a:bgClr>
              <a:schemeClr val="tx2">
                <a:lumMod val="50000"/>
              </a:schemeClr>
            </a:bgClr>
          </a:pattFill>
          <a:ln w="12700">
            <a:solidFill>
              <a:schemeClr val="bg1">
                <a:lumMod val="75000"/>
              </a:schemeClr>
            </a:solidFill>
            <a:miter lim="800000"/>
          </a:ln>
        </p:spPr>
        <p:txBody>
          <a:bodyPr lIns="91440" tIns="91440" rIns="91440" bIns="91440" anchor="ctr" anchorCtr="0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800" b="0">
                <a:solidFill>
                  <a:srgbClr val="FFFFFF"/>
                </a:solidFill>
                <a:latin typeface="+mn-lt"/>
                <a:cs typeface="Segoe UI" panose="020B0502040204020203" pitchFamily="34" charset="0"/>
              </a:defRPr>
            </a:lvl1pPr>
          </a:lstStyle>
          <a:p>
            <a:r>
              <a:rPr lang="en-US" dirty="0"/>
              <a:t>Drop Image</a:t>
            </a:r>
          </a:p>
        </p:txBody>
      </p:sp>
      <p:sp>
        <p:nvSpPr>
          <p:cNvPr id="49" name="Picture Placeholder" descr="This photo is a 'placeholder' only. Drag or drop your photo here, or click and tap the center to insert a photo.">
            <a:extLst>
              <a:ext uri="{FF2B5EF4-FFF2-40B4-BE49-F238E27FC236}">
                <a16:creationId xmlns:a16="http://schemas.microsoft.com/office/drawing/2014/main" id="{3D41B8F6-CB16-8A47-93D6-22C9BD6E792E}"/>
              </a:ext>
            </a:extLst>
          </p:cNvPr>
          <p:cNvSpPr>
            <a:spLocks noGrp="1"/>
          </p:cNvSpPr>
          <p:nvPr>
            <p:ph type="pic" sz="quarter" idx="35" hasCustomPrompt="1"/>
          </p:nvPr>
        </p:nvSpPr>
        <p:spPr bwMode="gray">
          <a:xfrm>
            <a:off x="2611232" y="3415823"/>
            <a:ext cx="906234" cy="852256"/>
          </a:xfrm>
          <a:pattFill prst="wdUpDiag">
            <a:fgClr>
              <a:schemeClr val="accent1">
                <a:lumMod val="50000"/>
              </a:schemeClr>
            </a:fgClr>
            <a:bgClr>
              <a:schemeClr val="tx2">
                <a:lumMod val="50000"/>
              </a:schemeClr>
            </a:bgClr>
          </a:pattFill>
          <a:ln w="12700">
            <a:solidFill>
              <a:schemeClr val="bg1">
                <a:lumMod val="75000"/>
              </a:schemeClr>
            </a:solidFill>
            <a:miter lim="800000"/>
          </a:ln>
        </p:spPr>
        <p:txBody>
          <a:bodyPr lIns="91440" tIns="91440" rIns="91440" bIns="91440" anchor="ctr" anchorCtr="0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800" b="0">
                <a:solidFill>
                  <a:srgbClr val="FFFFFF"/>
                </a:solidFill>
                <a:latin typeface="+mn-lt"/>
                <a:cs typeface="Segoe UI" panose="020B0502040204020203" pitchFamily="34" charset="0"/>
              </a:defRPr>
            </a:lvl1pPr>
          </a:lstStyle>
          <a:p>
            <a:r>
              <a:rPr lang="en-US" dirty="0"/>
              <a:t>Drop Image</a:t>
            </a:r>
          </a:p>
        </p:txBody>
      </p:sp>
      <p:sp>
        <p:nvSpPr>
          <p:cNvPr id="50" name="Picture Placeholder" descr="This photo is a 'placeholder' only. Drag or drop your photo here, or click and tap the center to insert a photo.">
            <a:extLst>
              <a:ext uri="{FF2B5EF4-FFF2-40B4-BE49-F238E27FC236}">
                <a16:creationId xmlns:a16="http://schemas.microsoft.com/office/drawing/2014/main" id="{9F647A9E-3E39-5245-986A-31E2F83C941F}"/>
              </a:ext>
            </a:extLst>
          </p:cNvPr>
          <p:cNvSpPr>
            <a:spLocks noGrp="1"/>
          </p:cNvSpPr>
          <p:nvPr>
            <p:ph type="pic" sz="quarter" idx="36" hasCustomPrompt="1"/>
          </p:nvPr>
        </p:nvSpPr>
        <p:spPr bwMode="gray">
          <a:xfrm>
            <a:off x="3622716" y="3415823"/>
            <a:ext cx="906234" cy="852256"/>
          </a:xfrm>
          <a:pattFill prst="wdUpDiag">
            <a:fgClr>
              <a:schemeClr val="accent1">
                <a:lumMod val="50000"/>
              </a:schemeClr>
            </a:fgClr>
            <a:bgClr>
              <a:schemeClr val="tx2">
                <a:lumMod val="50000"/>
              </a:schemeClr>
            </a:bgClr>
          </a:pattFill>
          <a:ln w="12700">
            <a:solidFill>
              <a:schemeClr val="bg1">
                <a:lumMod val="75000"/>
              </a:schemeClr>
            </a:solidFill>
            <a:miter lim="800000"/>
          </a:ln>
        </p:spPr>
        <p:txBody>
          <a:bodyPr lIns="91440" tIns="91440" rIns="91440" bIns="91440" anchor="ctr" anchorCtr="0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800" b="0">
                <a:solidFill>
                  <a:srgbClr val="FFFFFF"/>
                </a:solidFill>
                <a:latin typeface="+mn-lt"/>
                <a:cs typeface="Segoe UI" panose="020B0502040204020203" pitchFamily="34" charset="0"/>
              </a:defRPr>
            </a:lvl1pPr>
          </a:lstStyle>
          <a:p>
            <a:r>
              <a:rPr lang="en-US" dirty="0"/>
              <a:t>Drop Image</a:t>
            </a:r>
          </a:p>
        </p:txBody>
      </p:sp>
      <p:sp>
        <p:nvSpPr>
          <p:cNvPr id="51" name="Picture Placeholder" descr="This photo is a 'placeholder' only. Drag or drop your photo here, or click and tap the center to insert a photo.">
            <a:extLst>
              <a:ext uri="{FF2B5EF4-FFF2-40B4-BE49-F238E27FC236}">
                <a16:creationId xmlns:a16="http://schemas.microsoft.com/office/drawing/2014/main" id="{C943DD5E-95E4-004B-A652-3964101490F7}"/>
              </a:ext>
            </a:extLst>
          </p:cNvPr>
          <p:cNvSpPr>
            <a:spLocks noGrp="1"/>
          </p:cNvSpPr>
          <p:nvPr>
            <p:ph type="pic" sz="quarter" idx="37" hasCustomPrompt="1"/>
          </p:nvPr>
        </p:nvSpPr>
        <p:spPr bwMode="gray">
          <a:xfrm>
            <a:off x="4634200" y="3415823"/>
            <a:ext cx="906234" cy="852256"/>
          </a:xfrm>
          <a:pattFill prst="wdUpDiag">
            <a:fgClr>
              <a:schemeClr val="accent1">
                <a:lumMod val="50000"/>
              </a:schemeClr>
            </a:fgClr>
            <a:bgClr>
              <a:schemeClr val="tx2">
                <a:lumMod val="50000"/>
              </a:schemeClr>
            </a:bgClr>
          </a:pattFill>
          <a:ln w="12700">
            <a:solidFill>
              <a:schemeClr val="bg1">
                <a:lumMod val="75000"/>
              </a:schemeClr>
            </a:solidFill>
            <a:miter lim="800000"/>
          </a:ln>
        </p:spPr>
        <p:txBody>
          <a:bodyPr lIns="91440" tIns="91440" rIns="91440" bIns="91440" anchor="ctr" anchorCtr="0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800" b="0">
                <a:solidFill>
                  <a:srgbClr val="FFFFFF"/>
                </a:solidFill>
                <a:latin typeface="+mn-lt"/>
                <a:cs typeface="Segoe UI" panose="020B0502040204020203" pitchFamily="34" charset="0"/>
              </a:defRPr>
            </a:lvl1pPr>
          </a:lstStyle>
          <a:p>
            <a:r>
              <a:rPr lang="en-US" dirty="0"/>
              <a:t>Drop Image</a:t>
            </a:r>
          </a:p>
        </p:txBody>
      </p:sp>
      <p:sp>
        <p:nvSpPr>
          <p:cNvPr id="52" name="Picture Placeholder" descr="This photo is a 'placeholder' only. Drag or drop your photo here, or click and tap the center to insert a photo.">
            <a:extLst>
              <a:ext uri="{FF2B5EF4-FFF2-40B4-BE49-F238E27FC236}">
                <a16:creationId xmlns:a16="http://schemas.microsoft.com/office/drawing/2014/main" id="{7324A395-E051-B041-98A7-F038983D90B3}"/>
              </a:ext>
            </a:extLst>
          </p:cNvPr>
          <p:cNvSpPr>
            <a:spLocks noGrp="1"/>
          </p:cNvSpPr>
          <p:nvPr>
            <p:ph type="pic" sz="quarter" idx="38" hasCustomPrompt="1"/>
          </p:nvPr>
        </p:nvSpPr>
        <p:spPr bwMode="gray">
          <a:xfrm>
            <a:off x="5645684" y="3415823"/>
            <a:ext cx="906234" cy="852256"/>
          </a:xfrm>
          <a:pattFill prst="wdUpDiag">
            <a:fgClr>
              <a:schemeClr val="accent1">
                <a:lumMod val="50000"/>
              </a:schemeClr>
            </a:fgClr>
            <a:bgClr>
              <a:schemeClr val="tx2">
                <a:lumMod val="50000"/>
              </a:schemeClr>
            </a:bgClr>
          </a:pattFill>
          <a:ln w="12700">
            <a:solidFill>
              <a:schemeClr val="bg1">
                <a:lumMod val="75000"/>
              </a:schemeClr>
            </a:solidFill>
            <a:miter lim="800000"/>
          </a:ln>
        </p:spPr>
        <p:txBody>
          <a:bodyPr lIns="91440" tIns="91440" rIns="91440" bIns="91440" anchor="ctr" anchorCtr="0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800" b="0">
                <a:solidFill>
                  <a:srgbClr val="FFFFFF"/>
                </a:solidFill>
                <a:latin typeface="+mn-lt"/>
                <a:cs typeface="Segoe UI" panose="020B0502040204020203" pitchFamily="34" charset="0"/>
              </a:defRPr>
            </a:lvl1pPr>
          </a:lstStyle>
          <a:p>
            <a:r>
              <a:rPr lang="en-US" dirty="0"/>
              <a:t>Drop Image</a:t>
            </a:r>
          </a:p>
        </p:txBody>
      </p:sp>
      <p:sp>
        <p:nvSpPr>
          <p:cNvPr id="53" name="Picture Placeholder" descr="This photo is a 'placeholder' only. Drag or drop your photo here, or click and tap the center to insert a photo.">
            <a:extLst>
              <a:ext uri="{FF2B5EF4-FFF2-40B4-BE49-F238E27FC236}">
                <a16:creationId xmlns:a16="http://schemas.microsoft.com/office/drawing/2014/main" id="{5D8EB23B-20D2-E04A-8B4F-F25763669F4C}"/>
              </a:ext>
            </a:extLst>
          </p:cNvPr>
          <p:cNvSpPr>
            <a:spLocks noGrp="1"/>
          </p:cNvSpPr>
          <p:nvPr>
            <p:ph type="pic" sz="quarter" idx="39" hasCustomPrompt="1"/>
          </p:nvPr>
        </p:nvSpPr>
        <p:spPr bwMode="gray">
          <a:xfrm>
            <a:off x="6657168" y="3415823"/>
            <a:ext cx="906234" cy="852256"/>
          </a:xfrm>
          <a:pattFill prst="wdUpDiag">
            <a:fgClr>
              <a:schemeClr val="accent1">
                <a:lumMod val="50000"/>
              </a:schemeClr>
            </a:fgClr>
            <a:bgClr>
              <a:schemeClr val="tx2">
                <a:lumMod val="50000"/>
              </a:schemeClr>
            </a:bgClr>
          </a:pattFill>
          <a:ln w="12700">
            <a:solidFill>
              <a:schemeClr val="bg1">
                <a:lumMod val="75000"/>
              </a:schemeClr>
            </a:solidFill>
            <a:miter lim="800000"/>
          </a:ln>
        </p:spPr>
        <p:txBody>
          <a:bodyPr lIns="91440" tIns="91440" rIns="91440" bIns="91440" anchor="ctr" anchorCtr="0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800" b="0">
                <a:solidFill>
                  <a:srgbClr val="FFFFFF"/>
                </a:solidFill>
                <a:latin typeface="+mn-lt"/>
                <a:cs typeface="Segoe UI" panose="020B0502040204020203" pitchFamily="34" charset="0"/>
              </a:defRPr>
            </a:lvl1pPr>
          </a:lstStyle>
          <a:p>
            <a:r>
              <a:rPr lang="en-US" dirty="0"/>
              <a:t>Drop Image</a:t>
            </a:r>
          </a:p>
        </p:txBody>
      </p:sp>
      <p:sp>
        <p:nvSpPr>
          <p:cNvPr id="54" name="Picture Placeholder" descr="This photo is a 'placeholder' only. Drag or drop your photo here, or click and tap the center to insert a photo.">
            <a:extLst>
              <a:ext uri="{FF2B5EF4-FFF2-40B4-BE49-F238E27FC236}">
                <a16:creationId xmlns:a16="http://schemas.microsoft.com/office/drawing/2014/main" id="{9176A914-34CF-6A48-A1B5-7978B2CF9C71}"/>
              </a:ext>
            </a:extLst>
          </p:cNvPr>
          <p:cNvSpPr>
            <a:spLocks noGrp="1"/>
          </p:cNvSpPr>
          <p:nvPr>
            <p:ph type="pic" sz="quarter" idx="40" hasCustomPrompt="1"/>
          </p:nvPr>
        </p:nvSpPr>
        <p:spPr bwMode="gray">
          <a:xfrm>
            <a:off x="7668652" y="3415823"/>
            <a:ext cx="906234" cy="852256"/>
          </a:xfrm>
          <a:pattFill prst="wdUpDiag">
            <a:fgClr>
              <a:schemeClr val="accent1">
                <a:lumMod val="50000"/>
              </a:schemeClr>
            </a:fgClr>
            <a:bgClr>
              <a:schemeClr val="tx2">
                <a:lumMod val="50000"/>
              </a:schemeClr>
            </a:bgClr>
          </a:pattFill>
          <a:ln w="12700">
            <a:solidFill>
              <a:schemeClr val="bg1">
                <a:lumMod val="75000"/>
              </a:schemeClr>
            </a:solidFill>
            <a:miter lim="800000"/>
          </a:ln>
        </p:spPr>
        <p:txBody>
          <a:bodyPr lIns="91440" tIns="91440" rIns="91440" bIns="91440" anchor="ctr" anchorCtr="0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800" b="0">
                <a:solidFill>
                  <a:srgbClr val="FFFFFF"/>
                </a:solidFill>
                <a:latin typeface="+mn-lt"/>
                <a:cs typeface="Segoe UI" panose="020B0502040204020203" pitchFamily="34" charset="0"/>
              </a:defRPr>
            </a:lvl1pPr>
          </a:lstStyle>
          <a:p>
            <a:r>
              <a:rPr lang="en-US" dirty="0"/>
              <a:t>Drop Image</a:t>
            </a:r>
          </a:p>
        </p:txBody>
      </p:sp>
      <p:sp>
        <p:nvSpPr>
          <p:cNvPr id="55" name="Picture Placeholder" descr="This photo is a 'placeholder' only. Drag or drop your photo here, or click and tap the center to insert a photo.">
            <a:extLst>
              <a:ext uri="{FF2B5EF4-FFF2-40B4-BE49-F238E27FC236}">
                <a16:creationId xmlns:a16="http://schemas.microsoft.com/office/drawing/2014/main" id="{DC220427-E17B-B24E-AB8E-2626C72238E1}"/>
              </a:ext>
            </a:extLst>
          </p:cNvPr>
          <p:cNvSpPr>
            <a:spLocks noGrp="1"/>
          </p:cNvSpPr>
          <p:nvPr>
            <p:ph type="pic" sz="quarter" idx="41" hasCustomPrompt="1"/>
          </p:nvPr>
        </p:nvSpPr>
        <p:spPr bwMode="gray">
          <a:xfrm>
            <a:off x="8680136" y="3415823"/>
            <a:ext cx="906234" cy="852256"/>
          </a:xfrm>
          <a:pattFill prst="wdUpDiag">
            <a:fgClr>
              <a:schemeClr val="accent1">
                <a:lumMod val="50000"/>
              </a:schemeClr>
            </a:fgClr>
            <a:bgClr>
              <a:schemeClr val="tx2">
                <a:lumMod val="50000"/>
              </a:schemeClr>
            </a:bgClr>
          </a:pattFill>
          <a:ln w="12700">
            <a:solidFill>
              <a:schemeClr val="bg1">
                <a:lumMod val="75000"/>
              </a:schemeClr>
            </a:solidFill>
            <a:miter lim="800000"/>
          </a:ln>
        </p:spPr>
        <p:txBody>
          <a:bodyPr lIns="91440" tIns="91440" rIns="91440" bIns="91440" anchor="ctr" anchorCtr="0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800" b="0">
                <a:solidFill>
                  <a:srgbClr val="FFFFFF"/>
                </a:solidFill>
                <a:latin typeface="+mn-lt"/>
                <a:cs typeface="Segoe UI" panose="020B0502040204020203" pitchFamily="34" charset="0"/>
              </a:defRPr>
            </a:lvl1pPr>
          </a:lstStyle>
          <a:p>
            <a:r>
              <a:rPr lang="en-US" dirty="0"/>
              <a:t>Drop Image</a:t>
            </a:r>
          </a:p>
        </p:txBody>
      </p:sp>
      <p:sp>
        <p:nvSpPr>
          <p:cNvPr id="56" name="Picture Placeholder" descr="This photo is a 'placeholder' only. Drag or drop your photo here, or click and tap the center to insert a photo.">
            <a:extLst>
              <a:ext uri="{FF2B5EF4-FFF2-40B4-BE49-F238E27FC236}">
                <a16:creationId xmlns:a16="http://schemas.microsoft.com/office/drawing/2014/main" id="{256B660E-74F0-6749-933B-EBBB3DC15E3C}"/>
              </a:ext>
            </a:extLst>
          </p:cNvPr>
          <p:cNvSpPr>
            <a:spLocks noGrp="1"/>
          </p:cNvSpPr>
          <p:nvPr>
            <p:ph type="pic" sz="quarter" idx="42" hasCustomPrompt="1"/>
          </p:nvPr>
        </p:nvSpPr>
        <p:spPr bwMode="gray">
          <a:xfrm>
            <a:off x="9691620" y="3415823"/>
            <a:ext cx="906234" cy="852256"/>
          </a:xfrm>
          <a:pattFill prst="wdUpDiag">
            <a:fgClr>
              <a:schemeClr val="accent1">
                <a:lumMod val="50000"/>
              </a:schemeClr>
            </a:fgClr>
            <a:bgClr>
              <a:schemeClr val="tx2">
                <a:lumMod val="50000"/>
              </a:schemeClr>
            </a:bgClr>
          </a:pattFill>
          <a:ln w="12700">
            <a:solidFill>
              <a:schemeClr val="bg1">
                <a:lumMod val="75000"/>
              </a:schemeClr>
            </a:solidFill>
            <a:miter lim="800000"/>
          </a:ln>
        </p:spPr>
        <p:txBody>
          <a:bodyPr lIns="91440" tIns="91440" rIns="91440" bIns="91440" anchor="ctr" anchorCtr="0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800" b="0">
                <a:solidFill>
                  <a:srgbClr val="FFFFFF"/>
                </a:solidFill>
                <a:latin typeface="+mn-lt"/>
                <a:cs typeface="Segoe UI" panose="020B0502040204020203" pitchFamily="34" charset="0"/>
              </a:defRPr>
            </a:lvl1pPr>
          </a:lstStyle>
          <a:p>
            <a:r>
              <a:rPr lang="en-US" dirty="0"/>
              <a:t>Drop Image</a:t>
            </a:r>
          </a:p>
        </p:txBody>
      </p:sp>
      <p:sp>
        <p:nvSpPr>
          <p:cNvPr id="57" name="Picture Placeholder" descr="This photo is a 'placeholder' only. Drag or drop your photo here, or click and tap the center to insert a photo.">
            <a:extLst>
              <a:ext uri="{FF2B5EF4-FFF2-40B4-BE49-F238E27FC236}">
                <a16:creationId xmlns:a16="http://schemas.microsoft.com/office/drawing/2014/main" id="{800E9B2C-54F5-7247-8B0A-8ECF84CB3EC6}"/>
              </a:ext>
            </a:extLst>
          </p:cNvPr>
          <p:cNvSpPr>
            <a:spLocks noGrp="1"/>
          </p:cNvSpPr>
          <p:nvPr>
            <p:ph type="pic" sz="quarter" idx="43" hasCustomPrompt="1"/>
          </p:nvPr>
        </p:nvSpPr>
        <p:spPr bwMode="gray">
          <a:xfrm>
            <a:off x="10703108" y="3415823"/>
            <a:ext cx="906234" cy="852256"/>
          </a:xfrm>
          <a:pattFill prst="wdUpDiag">
            <a:fgClr>
              <a:schemeClr val="accent1">
                <a:lumMod val="50000"/>
              </a:schemeClr>
            </a:fgClr>
            <a:bgClr>
              <a:schemeClr val="tx2">
                <a:lumMod val="50000"/>
              </a:schemeClr>
            </a:bgClr>
          </a:pattFill>
          <a:ln w="12700">
            <a:solidFill>
              <a:schemeClr val="bg1">
                <a:lumMod val="75000"/>
              </a:schemeClr>
            </a:solidFill>
            <a:miter lim="800000"/>
          </a:ln>
        </p:spPr>
        <p:txBody>
          <a:bodyPr lIns="91440" tIns="91440" rIns="91440" bIns="91440" anchor="ctr" anchorCtr="0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800" b="0">
                <a:solidFill>
                  <a:srgbClr val="FFFFFF"/>
                </a:solidFill>
                <a:latin typeface="+mn-lt"/>
                <a:cs typeface="Segoe UI" panose="020B0502040204020203" pitchFamily="34" charset="0"/>
              </a:defRPr>
            </a:lvl1pPr>
          </a:lstStyle>
          <a:p>
            <a:r>
              <a:rPr lang="en-US" dirty="0"/>
              <a:t>Drop Image</a:t>
            </a:r>
          </a:p>
        </p:txBody>
      </p:sp>
      <p:sp>
        <p:nvSpPr>
          <p:cNvPr id="58" name="Picture Placeholder" descr="This photo is a 'placeholder' only. Drag or drop your photo here, or click and tap the center to insert a photo.">
            <a:extLst>
              <a:ext uri="{FF2B5EF4-FFF2-40B4-BE49-F238E27FC236}">
                <a16:creationId xmlns:a16="http://schemas.microsoft.com/office/drawing/2014/main" id="{01E232AB-8B15-254B-A855-7F8837E250DF}"/>
              </a:ext>
            </a:extLst>
          </p:cNvPr>
          <p:cNvSpPr>
            <a:spLocks noGrp="1"/>
          </p:cNvSpPr>
          <p:nvPr>
            <p:ph type="pic" sz="quarter" idx="44" hasCustomPrompt="1"/>
          </p:nvPr>
        </p:nvSpPr>
        <p:spPr bwMode="gray">
          <a:xfrm>
            <a:off x="588264" y="4369733"/>
            <a:ext cx="906234" cy="852256"/>
          </a:xfrm>
          <a:pattFill prst="wdUpDiag">
            <a:fgClr>
              <a:schemeClr val="accent1">
                <a:lumMod val="50000"/>
              </a:schemeClr>
            </a:fgClr>
            <a:bgClr>
              <a:schemeClr val="tx2">
                <a:lumMod val="50000"/>
              </a:schemeClr>
            </a:bgClr>
          </a:pattFill>
          <a:ln w="12700">
            <a:solidFill>
              <a:schemeClr val="bg1">
                <a:lumMod val="75000"/>
              </a:schemeClr>
            </a:solidFill>
            <a:miter lim="800000"/>
          </a:ln>
        </p:spPr>
        <p:txBody>
          <a:bodyPr lIns="91440" tIns="91440" rIns="91440" bIns="91440" anchor="ctr" anchorCtr="0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800" b="0">
                <a:solidFill>
                  <a:srgbClr val="FFFFFF"/>
                </a:solidFill>
                <a:latin typeface="+mn-lt"/>
                <a:cs typeface="Segoe UI" panose="020B0502040204020203" pitchFamily="34" charset="0"/>
              </a:defRPr>
            </a:lvl1pPr>
          </a:lstStyle>
          <a:p>
            <a:r>
              <a:rPr lang="en-US" dirty="0"/>
              <a:t>Drop Image</a:t>
            </a:r>
          </a:p>
        </p:txBody>
      </p:sp>
      <p:sp>
        <p:nvSpPr>
          <p:cNvPr id="59" name="Picture Placeholder" descr="This photo is a 'placeholder' only. Drag or drop your photo here, or click and tap the center to insert a photo.">
            <a:extLst>
              <a:ext uri="{FF2B5EF4-FFF2-40B4-BE49-F238E27FC236}">
                <a16:creationId xmlns:a16="http://schemas.microsoft.com/office/drawing/2014/main" id="{0A9C15B7-B0C8-6F44-8D00-8A2A4EEBF911}"/>
              </a:ext>
            </a:extLst>
          </p:cNvPr>
          <p:cNvSpPr>
            <a:spLocks noGrp="1"/>
          </p:cNvSpPr>
          <p:nvPr>
            <p:ph type="pic" sz="quarter" idx="45" hasCustomPrompt="1"/>
          </p:nvPr>
        </p:nvSpPr>
        <p:spPr bwMode="gray">
          <a:xfrm>
            <a:off x="1599748" y="4369733"/>
            <a:ext cx="906234" cy="852256"/>
          </a:xfrm>
          <a:pattFill prst="wdUpDiag">
            <a:fgClr>
              <a:schemeClr val="accent1">
                <a:lumMod val="50000"/>
              </a:schemeClr>
            </a:fgClr>
            <a:bgClr>
              <a:schemeClr val="tx2">
                <a:lumMod val="50000"/>
              </a:schemeClr>
            </a:bgClr>
          </a:pattFill>
          <a:ln w="12700">
            <a:solidFill>
              <a:schemeClr val="bg1">
                <a:lumMod val="75000"/>
              </a:schemeClr>
            </a:solidFill>
            <a:miter lim="800000"/>
          </a:ln>
        </p:spPr>
        <p:txBody>
          <a:bodyPr lIns="91440" tIns="91440" rIns="91440" bIns="91440" anchor="ctr" anchorCtr="0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800" b="0">
                <a:solidFill>
                  <a:srgbClr val="FFFFFF"/>
                </a:solidFill>
                <a:latin typeface="+mn-lt"/>
                <a:cs typeface="Segoe UI" panose="020B0502040204020203" pitchFamily="34" charset="0"/>
              </a:defRPr>
            </a:lvl1pPr>
          </a:lstStyle>
          <a:p>
            <a:r>
              <a:rPr lang="en-US" dirty="0"/>
              <a:t>Drop Image</a:t>
            </a:r>
          </a:p>
        </p:txBody>
      </p:sp>
      <p:sp>
        <p:nvSpPr>
          <p:cNvPr id="60" name="Picture Placeholder" descr="This photo is a 'placeholder' only. Drag or drop your photo here, or click and tap the center to insert a photo.">
            <a:extLst>
              <a:ext uri="{FF2B5EF4-FFF2-40B4-BE49-F238E27FC236}">
                <a16:creationId xmlns:a16="http://schemas.microsoft.com/office/drawing/2014/main" id="{855E00E5-0C32-114B-9C71-A210C35FD8A5}"/>
              </a:ext>
            </a:extLst>
          </p:cNvPr>
          <p:cNvSpPr>
            <a:spLocks noGrp="1"/>
          </p:cNvSpPr>
          <p:nvPr>
            <p:ph type="pic" sz="quarter" idx="46" hasCustomPrompt="1"/>
          </p:nvPr>
        </p:nvSpPr>
        <p:spPr bwMode="gray">
          <a:xfrm>
            <a:off x="2611232" y="4369733"/>
            <a:ext cx="906234" cy="852256"/>
          </a:xfrm>
          <a:pattFill prst="wdUpDiag">
            <a:fgClr>
              <a:schemeClr val="accent1">
                <a:lumMod val="50000"/>
              </a:schemeClr>
            </a:fgClr>
            <a:bgClr>
              <a:schemeClr val="tx2">
                <a:lumMod val="50000"/>
              </a:schemeClr>
            </a:bgClr>
          </a:pattFill>
          <a:ln w="12700">
            <a:solidFill>
              <a:schemeClr val="bg1">
                <a:lumMod val="75000"/>
              </a:schemeClr>
            </a:solidFill>
            <a:miter lim="800000"/>
          </a:ln>
        </p:spPr>
        <p:txBody>
          <a:bodyPr lIns="91440" tIns="91440" rIns="91440" bIns="91440" anchor="ctr" anchorCtr="0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800" b="0">
                <a:solidFill>
                  <a:srgbClr val="FFFFFF"/>
                </a:solidFill>
                <a:latin typeface="+mn-lt"/>
                <a:cs typeface="Segoe UI" panose="020B0502040204020203" pitchFamily="34" charset="0"/>
              </a:defRPr>
            </a:lvl1pPr>
          </a:lstStyle>
          <a:p>
            <a:r>
              <a:rPr lang="en-US" dirty="0"/>
              <a:t>Drop Image</a:t>
            </a:r>
          </a:p>
        </p:txBody>
      </p:sp>
      <p:sp>
        <p:nvSpPr>
          <p:cNvPr id="61" name="Picture Placeholder" descr="This photo is a 'placeholder' only. Drag or drop your photo here, or click and tap the center to insert a photo.">
            <a:extLst>
              <a:ext uri="{FF2B5EF4-FFF2-40B4-BE49-F238E27FC236}">
                <a16:creationId xmlns:a16="http://schemas.microsoft.com/office/drawing/2014/main" id="{53BCE8B7-2363-754D-8DCC-BBD1A812A666}"/>
              </a:ext>
            </a:extLst>
          </p:cNvPr>
          <p:cNvSpPr>
            <a:spLocks noGrp="1"/>
          </p:cNvSpPr>
          <p:nvPr>
            <p:ph type="pic" sz="quarter" idx="47" hasCustomPrompt="1"/>
          </p:nvPr>
        </p:nvSpPr>
        <p:spPr bwMode="gray">
          <a:xfrm>
            <a:off x="3622716" y="4369733"/>
            <a:ext cx="906234" cy="852256"/>
          </a:xfrm>
          <a:pattFill prst="wdUpDiag">
            <a:fgClr>
              <a:schemeClr val="accent1">
                <a:lumMod val="50000"/>
              </a:schemeClr>
            </a:fgClr>
            <a:bgClr>
              <a:schemeClr val="tx2">
                <a:lumMod val="50000"/>
              </a:schemeClr>
            </a:bgClr>
          </a:pattFill>
          <a:ln w="12700">
            <a:solidFill>
              <a:schemeClr val="bg1">
                <a:lumMod val="75000"/>
              </a:schemeClr>
            </a:solidFill>
            <a:miter lim="800000"/>
          </a:ln>
        </p:spPr>
        <p:txBody>
          <a:bodyPr lIns="91440" tIns="91440" rIns="91440" bIns="91440" anchor="ctr" anchorCtr="0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800" b="0">
                <a:solidFill>
                  <a:srgbClr val="FFFFFF"/>
                </a:solidFill>
                <a:latin typeface="+mn-lt"/>
                <a:cs typeface="Segoe UI" panose="020B0502040204020203" pitchFamily="34" charset="0"/>
              </a:defRPr>
            </a:lvl1pPr>
          </a:lstStyle>
          <a:p>
            <a:r>
              <a:rPr lang="en-US" dirty="0"/>
              <a:t>Drop Image</a:t>
            </a:r>
          </a:p>
        </p:txBody>
      </p:sp>
      <p:sp>
        <p:nvSpPr>
          <p:cNvPr id="62" name="Picture Placeholder" descr="This photo is a 'placeholder' only. Drag or drop your photo here, or click and tap the center to insert a photo.">
            <a:extLst>
              <a:ext uri="{FF2B5EF4-FFF2-40B4-BE49-F238E27FC236}">
                <a16:creationId xmlns:a16="http://schemas.microsoft.com/office/drawing/2014/main" id="{3DD5E7E1-6C4A-D24E-B423-731BCB2FED82}"/>
              </a:ext>
            </a:extLst>
          </p:cNvPr>
          <p:cNvSpPr>
            <a:spLocks noGrp="1"/>
          </p:cNvSpPr>
          <p:nvPr>
            <p:ph type="pic" sz="quarter" idx="48" hasCustomPrompt="1"/>
          </p:nvPr>
        </p:nvSpPr>
        <p:spPr bwMode="gray">
          <a:xfrm>
            <a:off x="4634200" y="4369733"/>
            <a:ext cx="906234" cy="852256"/>
          </a:xfrm>
          <a:pattFill prst="wdUpDiag">
            <a:fgClr>
              <a:schemeClr val="accent1">
                <a:lumMod val="50000"/>
              </a:schemeClr>
            </a:fgClr>
            <a:bgClr>
              <a:schemeClr val="tx2">
                <a:lumMod val="50000"/>
              </a:schemeClr>
            </a:bgClr>
          </a:pattFill>
          <a:ln w="12700">
            <a:solidFill>
              <a:schemeClr val="bg1">
                <a:lumMod val="75000"/>
              </a:schemeClr>
            </a:solidFill>
            <a:miter lim="800000"/>
          </a:ln>
        </p:spPr>
        <p:txBody>
          <a:bodyPr lIns="91440" tIns="91440" rIns="91440" bIns="91440" anchor="ctr" anchorCtr="0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800" b="0">
                <a:solidFill>
                  <a:srgbClr val="FFFFFF"/>
                </a:solidFill>
                <a:latin typeface="+mn-lt"/>
                <a:cs typeface="Segoe UI" panose="020B0502040204020203" pitchFamily="34" charset="0"/>
              </a:defRPr>
            </a:lvl1pPr>
          </a:lstStyle>
          <a:p>
            <a:r>
              <a:rPr lang="en-US" dirty="0"/>
              <a:t>Drop Image</a:t>
            </a:r>
          </a:p>
        </p:txBody>
      </p:sp>
      <p:sp>
        <p:nvSpPr>
          <p:cNvPr id="63" name="Picture Placeholder" descr="This photo is a 'placeholder' only. Drag or drop your photo here, or click and tap the center to insert a photo.">
            <a:extLst>
              <a:ext uri="{FF2B5EF4-FFF2-40B4-BE49-F238E27FC236}">
                <a16:creationId xmlns:a16="http://schemas.microsoft.com/office/drawing/2014/main" id="{7994E403-A4F2-D143-8694-FFDDED83B568}"/>
              </a:ext>
            </a:extLst>
          </p:cNvPr>
          <p:cNvSpPr>
            <a:spLocks noGrp="1"/>
          </p:cNvSpPr>
          <p:nvPr>
            <p:ph type="pic" sz="quarter" idx="49" hasCustomPrompt="1"/>
          </p:nvPr>
        </p:nvSpPr>
        <p:spPr bwMode="gray">
          <a:xfrm>
            <a:off x="5645684" y="4369733"/>
            <a:ext cx="906234" cy="852256"/>
          </a:xfrm>
          <a:pattFill prst="wdUpDiag">
            <a:fgClr>
              <a:schemeClr val="accent1">
                <a:lumMod val="50000"/>
              </a:schemeClr>
            </a:fgClr>
            <a:bgClr>
              <a:schemeClr val="tx2">
                <a:lumMod val="50000"/>
              </a:schemeClr>
            </a:bgClr>
          </a:pattFill>
          <a:ln w="12700">
            <a:solidFill>
              <a:schemeClr val="bg1">
                <a:lumMod val="75000"/>
              </a:schemeClr>
            </a:solidFill>
            <a:miter lim="800000"/>
          </a:ln>
        </p:spPr>
        <p:txBody>
          <a:bodyPr lIns="91440" tIns="91440" rIns="91440" bIns="91440" anchor="ctr" anchorCtr="0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800" b="0">
                <a:solidFill>
                  <a:srgbClr val="FFFFFF"/>
                </a:solidFill>
                <a:latin typeface="+mn-lt"/>
                <a:cs typeface="Segoe UI" panose="020B0502040204020203" pitchFamily="34" charset="0"/>
              </a:defRPr>
            </a:lvl1pPr>
          </a:lstStyle>
          <a:p>
            <a:r>
              <a:rPr lang="en-US" dirty="0"/>
              <a:t>Drop Image</a:t>
            </a:r>
          </a:p>
        </p:txBody>
      </p:sp>
      <p:sp>
        <p:nvSpPr>
          <p:cNvPr id="64" name="Picture Placeholder" descr="This photo is a 'placeholder' only. Drag or drop your photo here, or click and tap the center to insert a photo.">
            <a:extLst>
              <a:ext uri="{FF2B5EF4-FFF2-40B4-BE49-F238E27FC236}">
                <a16:creationId xmlns:a16="http://schemas.microsoft.com/office/drawing/2014/main" id="{1DD66CA9-613E-E649-873E-15770AF37966}"/>
              </a:ext>
            </a:extLst>
          </p:cNvPr>
          <p:cNvSpPr>
            <a:spLocks noGrp="1"/>
          </p:cNvSpPr>
          <p:nvPr>
            <p:ph type="pic" sz="quarter" idx="50" hasCustomPrompt="1"/>
          </p:nvPr>
        </p:nvSpPr>
        <p:spPr bwMode="gray">
          <a:xfrm>
            <a:off x="6657168" y="4369733"/>
            <a:ext cx="906234" cy="852256"/>
          </a:xfrm>
          <a:pattFill prst="wdUpDiag">
            <a:fgClr>
              <a:schemeClr val="accent1">
                <a:lumMod val="50000"/>
              </a:schemeClr>
            </a:fgClr>
            <a:bgClr>
              <a:schemeClr val="tx2">
                <a:lumMod val="50000"/>
              </a:schemeClr>
            </a:bgClr>
          </a:pattFill>
          <a:ln w="12700">
            <a:solidFill>
              <a:schemeClr val="bg1">
                <a:lumMod val="75000"/>
              </a:schemeClr>
            </a:solidFill>
            <a:miter lim="800000"/>
          </a:ln>
        </p:spPr>
        <p:txBody>
          <a:bodyPr lIns="91440" tIns="91440" rIns="91440" bIns="91440" anchor="ctr" anchorCtr="0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800" b="0">
                <a:solidFill>
                  <a:srgbClr val="FFFFFF"/>
                </a:solidFill>
                <a:latin typeface="+mn-lt"/>
                <a:cs typeface="Segoe UI" panose="020B0502040204020203" pitchFamily="34" charset="0"/>
              </a:defRPr>
            </a:lvl1pPr>
          </a:lstStyle>
          <a:p>
            <a:r>
              <a:rPr lang="en-US" dirty="0"/>
              <a:t>Drop Image</a:t>
            </a:r>
          </a:p>
        </p:txBody>
      </p:sp>
      <p:sp>
        <p:nvSpPr>
          <p:cNvPr id="65" name="Picture Placeholder" descr="This photo is a 'placeholder' only. Drag or drop your photo here, or click and tap the center to insert a photo.">
            <a:extLst>
              <a:ext uri="{FF2B5EF4-FFF2-40B4-BE49-F238E27FC236}">
                <a16:creationId xmlns:a16="http://schemas.microsoft.com/office/drawing/2014/main" id="{F1F31EBB-82CA-0B47-90B9-623F7BEA7BCC}"/>
              </a:ext>
            </a:extLst>
          </p:cNvPr>
          <p:cNvSpPr>
            <a:spLocks noGrp="1"/>
          </p:cNvSpPr>
          <p:nvPr>
            <p:ph type="pic" sz="quarter" idx="51" hasCustomPrompt="1"/>
          </p:nvPr>
        </p:nvSpPr>
        <p:spPr bwMode="gray">
          <a:xfrm>
            <a:off x="7668652" y="4369733"/>
            <a:ext cx="906234" cy="852256"/>
          </a:xfrm>
          <a:pattFill prst="wdUpDiag">
            <a:fgClr>
              <a:schemeClr val="accent1">
                <a:lumMod val="50000"/>
              </a:schemeClr>
            </a:fgClr>
            <a:bgClr>
              <a:schemeClr val="tx2">
                <a:lumMod val="50000"/>
              </a:schemeClr>
            </a:bgClr>
          </a:pattFill>
          <a:ln w="12700">
            <a:solidFill>
              <a:schemeClr val="bg1">
                <a:lumMod val="75000"/>
              </a:schemeClr>
            </a:solidFill>
            <a:miter lim="800000"/>
          </a:ln>
        </p:spPr>
        <p:txBody>
          <a:bodyPr lIns="91440" tIns="91440" rIns="91440" bIns="91440" anchor="ctr" anchorCtr="0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800" b="0">
                <a:solidFill>
                  <a:srgbClr val="FFFFFF"/>
                </a:solidFill>
                <a:latin typeface="+mn-lt"/>
                <a:cs typeface="Segoe UI" panose="020B0502040204020203" pitchFamily="34" charset="0"/>
              </a:defRPr>
            </a:lvl1pPr>
          </a:lstStyle>
          <a:p>
            <a:r>
              <a:rPr lang="en-US" dirty="0"/>
              <a:t>Drop Image</a:t>
            </a:r>
          </a:p>
        </p:txBody>
      </p:sp>
      <p:sp>
        <p:nvSpPr>
          <p:cNvPr id="66" name="Picture Placeholder" descr="This photo is a 'placeholder' only. Drag or drop your photo here, or click and tap the center to insert a photo.">
            <a:extLst>
              <a:ext uri="{FF2B5EF4-FFF2-40B4-BE49-F238E27FC236}">
                <a16:creationId xmlns:a16="http://schemas.microsoft.com/office/drawing/2014/main" id="{13354D4A-7AE4-3249-979C-EF717F4169E2}"/>
              </a:ext>
            </a:extLst>
          </p:cNvPr>
          <p:cNvSpPr>
            <a:spLocks noGrp="1"/>
          </p:cNvSpPr>
          <p:nvPr>
            <p:ph type="pic" sz="quarter" idx="52" hasCustomPrompt="1"/>
          </p:nvPr>
        </p:nvSpPr>
        <p:spPr bwMode="gray">
          <a:xfrm>
            <a:off x="8680136" y="4369733"/>
            <a:ext cx="906234" cy="852256"/>
          </a:xfrm>
          <a:pattFill prst="wdUpDiag">
            <a:fgClr>
              <a:schemeClr val="accent1">
                <a:lumMod val="50000"/>
              </a:schemeClr>
            </a:fgClr>
            <a:bgClr>
              <a:schemeClr val="tx2">
                <a:lumMod val="50000"/>
              </a:schemeClr>
            </a:bgClr>
          </a:pattFill>
          <a:ln w="12700">
            <a:solidFill>
              <a:schemeClr val="bg1">
                <a:lumMod val="75000"/>
              </a:schemeClr>
            </a:solidFill>
            <a:miter lim="800000"/>
          </a:ln>
        </p:spPr>
        <p:txBody>
          <a:bodyPr lIns="91440" tIns="91440" rIns="91440" bIns="91440" anchor="ctr" anchorCtr="0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800" b="0">
                <a:solidFill>
                  <a:srgbClr val="FFFFFF"/>
                </a:solidFill>
                <a:latin typeface="+mn-lt"/>
                <a:cs typeface="Segoe UI" panose="020B0502040204020203" pitchFamily="34" charset="0"/>
              </a:defRPr>
            </a:lvl1pPr>
          </a:lstStyle>
          <a:p>
            <a:r>
              <a:rPr lang="en-US" dirty="0"/>
              <a:t>Drop Image</a:t>
            </a:r>
          </a:p>
        </p:txBody>
      </p:sp>
      <p:sp>
        <p:nvSpPr>
          <p:cNvPr id="67" name="Picture Placeholder" descr="This photo is a 'placeholder' only. Drag or drop your photo here, or click and tap the center to insert a photo.">
            <a:extLst>
              <a:ext uri="{FF2B5EF4-FFF2-40B4-BE49-F238E27FC236}">
                <a16:creationId xmlns:a16="http://schemas.microsoft.com/office/drawing/2014/main" id="{D798148F-325B-8847-998F-D6695555F7A4}"/>
              </a:ext>
            </a:extLst>
          </p:cNvPr>
          <p:cNvSpPr>
            <a:spLocks noGrp="1"/>
          </p:cNvSpPr>
          <p:nvPr>
            <p:ph type="pic" sz="quarter" idx="53" hasCustomPrompt="1"/>
          </p:nvPr>
        </p:nvSpPr>
        <p:spPr bwMode="gray">
          <a:xfrm>
            <a:off x="9691620" y="4369733"/>
            <a:ext cx="906234" cy="852256"/>
          </a:xfrm>
          <a:pattFill prst="wdUpDiag">
            <a:fgClr>
              <a:schemeClr val="accent1">
                <a:lumMod val="50000"/>
              </a:schemeClr>
            </a:fgClr>
            <a:bgClr>
              <a:schemeClr val="tx2">
                <a:lumMod val="50000"/>
              </a:schemeClr>
            </a:bgClr>
          </a:pattFill>
          <a:ln w="12700">
            <a:solidFill>
              <a:schemeClr val="bg1">
                <a:lumMod val="75000"/>
              </a:schemeClr>
            </a:solidFill>
            <a:miter lim="800000"/>
          </a:ln>
        </p:spPr>
        <p:txBody>
          <a:bodyPr lIns="91440" tIns="91440" rIns="91440" bIns="91440" anchor="ctr" anchorCtr="0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800" b="0">
                <a:solidFill>
                  <a:srgbClr val="FFFFFF"/>
                </a:solidFill>
                <a:latin typeface="+mn-lt"/>
                <a:cs typeface="Segoe UI" panose="020B0502040204020203" pitchFamily="34" charset="0"/>
              </a:defRPr>
            </a:lvl1pPr>
          </a:lstStyle>
          <a:p>
            <a:r>
              <a:rPr lang="en-US" dirty="0"/>
              <a:t>Drop Image</a:t>
            </a:r>
          </a:p>
        </p:txBody>
      </p:sp>
      <p:sp>
        <p:nvSpPr>
          <p:cNvPr id="68" name="Picture Placeholder" descr="This photo is a 'placeholder' only. Drag or drop your photo here, or click and tap the center to insert a photo.">
            <a:extLst>
              <a:ext uri="{FF2B5EF4-FFF2-40B4-BE49-F238E27FC236}">
                <a16:creationId xmlns:a16="http://schemas.microsoft.com/office/drawing/2014/main" id="{9FC062AA-6E9F-F148-A650-D892DEAD4D5B}"/>
              </a:ext>
            </a:extLst>
          </p:cNvPr>
          <p:cNvSpPr>
            <a:spLocks noGrp="1"/>
          </p:cNvSpPr>
          <p:nvPr>
            <p:ph type="pic" sz="quarter" idx="54" hasCustomPrompt="1"/>
          </p:nvPr>
        </p:nvSpPr>
        <p:spPr bwMode="gray">
          <a:xfrm>
            <a:off x="10703108" y="4369733"/>
            <a:ext cx="906234" cy="852256"/>
          </a:xfrm>
          <a:pattFill prst="wdUpDiag">
            <a:fgClr>
              <a:schemeClr val="accent1">
                <a:lumMod val="50000"/>
              </a:schemeClr>
            </a:fgClr>
            <a:bgClr>
              <a:schemeClr val="tx2">
                <a:lumMod val="50000"/>
              </a:schemeClr>
            </a:bgClr>
          </a:pattFill>
          <a:ln w="12700">
            <a:solidFill>
              <a:schemeClr val="bg1">
                <a:lumMod val="75000"/>
              </a:schemeClr>
            </a:solidFill>
            <a:miter lim="800000"/>
          </a:ln>
        </p:spPr>
        <p:txBody>
          <a:bodyPr lIns="91440" tIns="91440" rIns="91440" bIns="91440" anchor="ctr" anchorCtr="0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800" b="0">
                <a:solidFill>
                  <a:srgbClr val="FFFFFF"/>
                </a:solidFill>
                <a:latin typeface="+mn-lt"/>
                <a:cs typeface="Segoe UI" panose="020B0502040204020203" pitchFamily="34" charset="0"/>
              </a:defRPr>
            </a:lvl1pPr>
          </a:lstStyle>
          <a:p>
            <a:r>
              <a:rPr lang="en-US" dirty="0"/>
              <a:t>Drop Image</a:t>
            </a:r>
          </a:p>
        </p:txBody>
      </p:sp>
      <p:sp>
        <p:nvSpPr>
          <p:cNvPr id="69" name="Picture Placeholder" descr="This photo is a 'placeholder' only. Drag or drop your photo here, or click and tap the center to insert a photo.">
            <a:extLst>
              <a:ext uri="{FF2B5EF4-FFF2-40B4-BE49-F238E27FC236}">
                <a16:creationId xmlns:a16="http://schemas.microsoft.com/office/drawing/2014/main" id="{2736B318-56FF-BD45-BE51-B4F02187BAB1}"/>
              </a:ext>
            </a:extLst>
          </p:cNvPr>
          <p:cNvSpPr>
            <a:spLocks noGrp="1"/>
          </p:cNvSpPr>
          <p:nvPr>
            <p:ph type="pic" sz="quarter" idx="55" hasCustomPrompt="1"/>
          </p:nvPr>
        </p:nvSpPr>
        <p:spPr bwMode="gray">
          <a:xfrm>
            <a:off x="588264" y="5323643"/>
            <a:ext cx="906234" cy="852256"/>
          </a:xfrm>
          <a:pattFill prst="wdUpDiag">
            <a:fgClr>
              <a:schemeClr val="accent1">
                <a:lumMod val="50000"/>
              </a:schemeClr>
            </a:fgClr>
            <a:bgClr>
              <a:schemeClr val="tx2">
                <a:lumMod val="50000"/>
              </a:schemeClr>
            </a:bgClr>
          </a:pattFill>
          <a:ln w="12700">
            <a:solidFill>
              <a:schemeClr val="bg1">
                <a:lumMod val="75000"/>
              </a:schemeClr>
            </a:solidFill>
            <a:miter lim="800000"/>
          </a:ln>
        </p:spPr>
        <p:txBody>
          <a:bodyPr lIns="91440" tIns="91440" rIns="91440" bIns="91440" anchor="ctr" anchorCtr="0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800" b="0">
                <a:solidFill>
                  <a:srgbClr val="FFFFFF"/>
                </a:solidFill>
                <a:latin typeface="+mn-lt"/>
                <a:cs typeface="Segoe UI" panose="020B0502040204020203" pitchFamily="34" charset="0"/>
              </a:defRPr>
            </a:lvl1pPr>
          </a:lstStyle>
          <a:p>
            <a:r>
              <a:rPr lang="en-US" dirty="0"/>
              <a:t>Drop Image</a:t>
            </a:r>
          </a:p>
        </p:txBody>
      </p:sp>
      <p:sp>
        <p:nvSpPr>
          <p:cNvPr id="70" name="Picture Placeholder" descr="This photo is a 'placeholder' only. Drag or drop your photo here, or click and tap the center to insert a photo.">
            <a:extLst>
              <a:ext uri="{FF2B5EF4-FFF2-40B4-BE49-F238E27FC236}">
                <a16:creationId xmlns:a16="http://schemas.microsoft.com/office/drawing/2014/main" id="{C874F5D0-313C-9C4E-A76E-837FA8B341EF}"/>
              </a:ext>
            </a:extLst>
          </p:cNvPr>
          <p:cNvSpPr>
            <a:spLocks noGrp="1"/>
          </p:cNvSpPr>
          <p:nvPr>
            <p:ph type="pic" sz="quarter" idx="56" hasCustomPrompt="1"/>
          </p:nvPr>
        </p:nvSpPr>
        <p:spPr bwMode="gray">
          <a:xfrm>
            <a:off x="1599748" y="5323643"/>
            <a:ext cx="906234" cy="852256"/>
          </a:xfrm>
          <a:pattFill prst="wdUpDiag">
            <a:fgClr>
              <a:schemeClr val="accent1">
                <a:lumMod val="50000"/>
              </a:schemeClr>
            </a:fgClr>
            <a:bgClr>
              <a:schemeClr val="tx2">
                <a:lumMod val="50000"/>
              </a:schemeClr>
            </a:bgClr>
          </a:pattFill>
          <a:ln w="12700">
            <a:solidFill>
              <a:schemeClr val="bg1">
                <a:lumMod val="75000"/>
              </a:schemeClr>
            </a:solidFill>
            <a:miter lim="800000"/>
          </a:ln>
        </p:spPr>
        <p:txBody>
          <a:bodyPr lIns="91440" tIns="91440" rIns="91440" bIns="91440" anchor="ctr" anchorCtr="0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800" b="0">
                <a:solidFill>
                  <a:srgbClr val="FFFFFF"/>
                </a:solidFill>
                <a:latin typeface="+mn-lt"/>
                <a:cs typeface="Segoe UI" panose="020B0502040204020203" pitchFamily="34" charset="0"/>
              </a:defRPr>
            </a:lvl1pPr>
          </a:lstStyle>
          <a:p>
            <a:r>
              <a:rPr lang="en-US" dirty="0"/>
              <a:t>Drop Image</a:t>
            </a:r>
          </a:p>
        </p:txBody>
      </p:sp>
      <p:sp>
        <p:nvSpPr>
          <p:cNvPr id="71" name="Picture Placeholder" descr="This photo is a 'placeholder' only. Drag or drop your photo here, or click and tap the center to insert a photo.">
            <a:extLst>
              <a:ext uri="{FF2B5EF4-FFF2-40B4-BE49-F238E27FC236}">
                <a16:creationId xmlns:a16="http://schemas.microsoft.com/office/drawing/2014/main" id="{0B1B6CBD-7E6A-E64A-8901-48FC6B628F8A}"/>
              </a:ext>
            </a:extLst>
          </p:cNvPr>
          <p:cNvSpPr>
            <a:spLocks noGrp="1"/>
          </p:cNvSpPr>
          <p:nvPr>
            <p:ph type="pic" sz="quarter" idx="57" hasCustomPrompt="1"/>
          </p:nvPr>
        </p:nvSpPr>
        <p:spPr bwMode="gray">
          <a:xfrm>
            <a:off x="2611232" y="5323643"/>
            <a:ext cx="906234" cy="852256"/>
          </a:xfrm>
          <a:pattFill prst="wdUpDiag">
            <a:fgClr>
              <a:schemeClr val="accent1">
                <a:lumMod val="50000"/>
              </a:schemeClr>
            </a:fgClr>
            <a:bgClr>
              <a:schemeClr val="tx2">
                <a:lumMod val="50000"/>
              </a:schemeClr>
            </a:bgClr>
          </a:pattFill>
          <a:ln w="12700">
            <a:solidFill>
              <a:schemeClr val="bg1">
                <a:lumMod val="75000"/>
              </a:schemeClr>
            </a:solidFill>
            <a:miter lim="800000"/>
          </a:ln>
        </p:spPr>
        <p:txBody>
          <a:bodyPr lIns="91440" tIns="91440" rIns="91440" bIns="91440" anchor="ctr" anchorCtr="0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800" b="0">
                <a:solidFill>
                  <a:srgbClr val="FFFFFF"/>
                </a:solidFill>
                <a:latin typeface="+mn-lt"/>
                <a:cs typeface="Segoe UI" panose="020B0502040204020203" pitchFamily="34" charset="0"/>
              </a:defRPr>
            </a:lvl1pPr>
          </a:lstStyle>
          <a:p>
            <a:r>
              <a:rPr lang="en-US" dirty="0"/>
              <a:t>Drop Image</a:t>
            </a:r>
          </a:p>
        </p:txBody>
      </p:sp>
      <p:sp>
        <p:nvSpPr>
          <p:cNvPr id="72" name="Picture Placeholder" descr="This photo is a 'placeholder' only. Drag or drop your photo here, or click and tap the center to insert a photo.">
            <a:extLst>
              <a:ext uri="{FF2B5EF4-FFF2-40B4-BE49-F238E27FC236}">
                <a16:creationId xmlns:a16="http://schemas.microsoft.com/office/drawing/2014/main" id="{81345C8D-49CF-D74B-BBBF-1ABB0F2BC7E0}"/>
              </a:ext>
            </a:extLst>
          </p:cNvPr>
          <p:cNvSpPr>
            <a:spLocks noGrp="1"/>
          </p:cNvSpPr>
          <p:nvPr>
            <p:ph type="pic" sz="quarter" idx="58" hasCustomPrompt="1"/>
          </p:nvPr>
        </p:nvSpPr>
        <p:spPr bwMode="gray">
          <a:xfrm>
            <a:off x="3622716" y="5323643"/>
            <a:ext cx="906234" cy="852256"/>
          </a:xfrm>
          <a:pattFill prst="wdUpDiag">
            <a:fgClr>
              <a:schemeClr val="accent1">
                <a:lumMod val="50000"/>
              </a:schemeClr>
            </a:fgClr>
            <a:bgClr>
              <a:schemeClr val="tx2">
                <a:lumMod val="50000"/>
              </a:schemeClr>
            </a:bgClr>
          </a:pattFill>
          <a:ln w="12700">
            <a:solidFill>
              <a:schemeClr val="bg1">
                <a:lumMod val="75000"/>
              </a:schemeClr>
            </a:solidFill>
            <a:miter lim="800000"/>
          </a:ln>
        </p:spPr>
        <p:txBody>
          <a:bodyPr lIns="91440" tIns="91440" rIns="91440" bIns="91440" anchor="ctr" anchorCtr="0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800" b="0">
                <a:solidFill>
                  <a:srgbClr val="FFFFFF"/>
                </a:solidFill>
                <a:latin typeface="+mn-lt"/>
                <a:cs typeface="Segoe UI" panose="020B0502040204020203" pitchFamily="34" charset="0"/>
              </a:defRPr>
            </a:lvl1pPr>
          </a:lstStyle>
          <a:p>
            <a:r>
              <a:rPr lang="en-US" dirty="0"/>
              <a:t>Drop Image</a:t>
            </a:r>
          </a:p>
        </p:txBody>
      </p:sp>
      <p:sp>
        <p:nvSpPr>
          <p:cNvPr id="73" name="Picture Placeholder" descr="This photo is a 'placeholder' only. Drag or drop your photo here, or click and tap the center to insert a photo.">
            <a:extLst>
              <a:ext uri="{FF2B5EF4-FFF2-40B4-BE49-F238E27FC236}">
                <a16:creationId xmlns:a16="http://schemas.microsoft.com/office/drawing/2014/main" id="{59431BFC-6034-2D48-B40D-D214B5BA49EA}"/>
              </a:ext>
            </a:extLst>
          </p:cNvPr>
          <p:cNvSpPr>
            <a:spLocks noGrp="1"/>
          </p:cNvSpPr>
          <p:nvPr>
            <p:ph type="pic" sz="quarter" idx="59" hasCustomPrompt="1"/>
          </p:nvPr>
        </p:nvSpPr>
        <p:spPr bwMode="gray">
          <a:xfrm>
            <a:off x="4634200" y="5323643"/>
            <a:ext cx="906234" cy="852256"/>
          </a:xfrm>
          <a:pattFill prst="wdUpDiag">
            <a:fgClr>
              <a:schemeClr val="accent1">
                <a:lumMod val="50000"/>
              </a:schemeClr>
            </a:fgClr>
            <a:bgClr>
              <a:schemeClr val="tx2">
                <a:lumMod val="50000"/>
              </a:schemeClr>
            </a:bgClr>
          </a:pattFill>
          <a:ln w="12700">
            <a:solidFill>
              <a:schemeClr val="bg1">
                <a:lumMod val="75000"/>
              </a:schemeClr>
            </a:solidFill>
            <a:miter lim="800000"/>
          </a:ln>
        </p:spPr>
        <p:txBody>
          <a:bodyPr lIns="91440" tIns="91440" rIns="91440" bIns="91440" anchor="ctr" anchorCtr="0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800" b="0">
                <a:solidFill>
                  <a:srgbClr val="FFFFFF"/>
                </a:solidFill>
                <a:latin typeface="+mn-lt"/>
                <a:cs typeface="Segoe UI" panose="020B0502040204020203" pitchFamily="34" charset="0"/>
              </a:defRPr>
            </a:lvl1pPr>
          </a:lstStyle>
          <a:p>
            <a:r>
              <a:rPr lang="en-US" dirty="0"/>
              <a:t>Drop Image</a:t>
            </a:r>
          </a:p>
        </p:txBody>
      </p:sp>
      <p:sp>
        <p:nvSpPr>
          <p:cNvPr id="74" name="Picture Placeholder" descr="This photo is a 'placeholder' only. Drag or drop your photo here, or click and tap the center to insert a photo.">
            <a:extLst>
              <a:ext uri="{FF2B5EF4-FFF2-40B4-BE49-F238E27FC236}">
                <a16:creationId xmlns:a16="http://schemas.microsoft.com/office/drawing/2014/main" id="{1E881A0D-AB0E-1544-945D-AFD48D4CD2F5}"/>
              </a:ext>
            </a:extLst>
          </p:cNvPr>
          <p:cNvSpPr>
            <a:spLocks noGrp="1"/>
          </p:cNvSpPr>
          <p:nvPr>
            <p:ph type="pic" sz="quarter" idx="60" hasCustomPrompt="1"/>
          </p:nvPr>
        </p:nvSpPr>
        <p:spPr bwMode="gray">
          <a:xfrm>
            <a:off x="5645684" y="5323643"/>
            <a:ext cx="906234" cy="852256"/>
          </a:xfrm>
          <a:pattFill prst="wdUpDiag">
            <a:fgClr>
              <a:schemeClr val="accent1">
                <a:lumMod val="50000"/>
              </a:schemeClr>
            </a:fgClr>
            <a:bgClr>
              <a:schemeClr val="tx2">
                <a:lumMod val="50000"/>
              </a:schemeClr>
            </a:bgClr>
          </a:pattFill>
          <a:ln w="12700">
            <a:solidFill>
              <a:schemeClr val="bg1">
                <a:lumMod val="75000"/>
              </a:schemeClr>
            </a:solidFill>
            <a:miter lim="800000"/>
          </a:ln>
        </p:spPr>
        <p:txBody>
          <a:bodyPr lIns="91440" tIns="91440" rIns="91440" bIns="91440" anchor="ctr" anchorCtr="0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800" b="0">
                <a:solidFill>
                  <a:srgbClr val="FFFFFF"/>
                </a:solidFill>
                <a:latin typeface="+mn-lt"/>
                <a:cs typeface="Segoe UI" panose="020B0502040204020203" pitchFamily="34" charset="0"/>
              </a:defRPr>
            </a:lvl1pPr>
          </a:lstStyle>
          <a:p>
            <a:r>
              <a:rPr lang="en-US" dirty="0"/>
              <a:t>Drop Image</a:t>
            </a:r>
          </a:p>
        </p:txBody>
      </p:sp>
      <p:sp>
        <p:nvSpPr>
          <p:cNvPr id="75" name="Picture Placeholder" descr="This photo is a 'placeholder' only. Drag or drop your photo here, or click and tap the center to insert a photo.">
            <a:extLst>
              <a:ext uri="{FF2B5EF4-FFF2-40B4-BE49-F238E27FC236}">
                <a16:creationId xmlns:a16="http://schemas.microsoft.com/office/drawing/2014/main" id="{764F7E33-6DCA-DF42-BB2E-C8EC136C0AAA}"/>
              </a:ext>
            </a:extLst>
          </p:cNvPr>
          <p:cNvSpPr>
            <a:spLocks noGrp="1"/>
          </p:cNvSpPr>
          <p:nvPr>
            <p:ph type="pic" sz="quarter" idx="61" hasCustomPrompt="1"/>
          </p:nvPr>
        </p:nvSpPr>
        <p:spPr bwMode="gray">
          <a:xfrm>
            <a:off x="6657168" y="5323643"/>
            <a:ext cx="906234" cy="852256"/>
          </a:xfrm>
          <a:pattFill prst="wdUpDiag">
            <a:fgClr>
              <a:schemeClr val="accent1">
                <a:lumMod val="50000"/>
              </a:schemeClr>
            </a:fgClr>
            <a:bgClr>
              <a:schemeClr val="tx2">
                <a:lumMod val="50000"/>
              </a:schemeClr>
            </a:bgClr>
          </a:pattFill>
          <a:ln w="12700">
            <a:solidFill>
              <a:schemeClr val="bg1">
                <a:lumMod val="75000"/>
              </a:schemeClr>
            </a:solidFill>
            <a:miter lim="800000"/>
          </a:ln>
        </p:spPr>
        <p:txBody>
          <a:bodyPr lIns="91440" tIns="91440" rIns="91440" bIns="91440" anchor="ctr" anchorCtr="0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800" b="0">
                <a:solidFill>
                  <a:srgbClr val="FFFFFF"/>
                </a:solidFill>
                <a:latin typeface="+mn-lt"/>
                <a:cs typeface="Segoe UI" panose="020B0502040204020203" pitchFamily="34" charset="0"/>
              </a:defRPr>
            </a:lvl1pPr>
          </a:lstStyle>
          <a:p>
            <a:r>
              <a:rPr lang="en-US" dirty="0"/>
              <a:t>Drop Image</a:t>
            </a:r>
          </a:p>
        </p:txBody>
      </p:sp>
      <p:sp>
        <p:nvSpPr>
          <p:cNvPr id="76" name="Picture Placeholder" descr="This photo is a 'placeholder' only. Drag or drop your photo here, or click and tap the center to insert a photo.">
            <a:extLst>
              <a:ext uri="{FF2B5EF4-FFF2-40B4-BE49-F238E27FC236}">
                <a16:creationId xmlns:a16="http://schemas.microsoft.com/office/drawing/2014/main" id="{AC86F5EF-AD62-294A-AE53-AD62F4600B0F}"/>
              </a:ext>
            </a:extLst>
          </p:cNvPr>
          <p:cNvSpPr>
            <a:spLocks noGrp="1"/>
          </p:cNvSpPr>
          <p:nvPr>
            <p:ph type="pic" sz="quarter" idx="62" hasCustomPrompt="1"/>
          </p:nvPr>
        </p:nvSpPr>
        <p:spPr bwMode="gray">
          <a:xfrm>
            <a:off x="7668652" y="5323643"/>
            <a:ext cx="906234" cy="852256"/>
          </a:xfrm>
          <a:pattFill prst="wdUpDiag">
            <a:fgClr>
              <a:schemeClr val="accent1">
                <a:lumMod val="50000"/>
              </a:schemeClr>
            </a:fgClr>
            <a:bgClr>
              <a:schemeClr val="tx2">
                <a:lumMod val="50000"/>
              </a:schemeClr>
            </a:bgClr>
          </a:pattFill>
          <a:ln w="12700">
            <a:solidFill>
              <a:schemeClr val="bg1">
                <a:lumMod val="75000"/>
              </a:schemeClr>
            </a:solidFill>
            <a:miter lim="800000"/>
          </a:ln>
        </p:spPr>
        <p:txBody>
          <a:bodyPr lIns="91440" tIns="91440" rIns="91440" bIns="91440" anchor="ctr" anchorCtr="0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800" b="0">
                <a:solidFill>
                  <a:srgbClr val="FFFFFF"/>
                </a:solidFill>
                <a:latin typeface="+mn-lt"/>
                <a:cs typeface="Segoe UI" panose="020B0502040204020203" pitchFamily="34" charset="0"/>
              </a:defRPr>
            </a:lvl1pPr>
          </a:lstStyle>
          <a:p>
            <a:r>
              <a:rPr lang="en-US" dirty="0"/>
              <a:t>Drop Image</a:t>
            </a:r>
          </a:p>
        </p:txBody>
      </p:sp>
      <p:sp>
        <p:nvSpPr>
          <p:cNvPr id="77" name="Picture Placeholder" descr="This photo is a 'placeholder' only. Drag or drop your photo here, or click and tap the center to insert a photo.">
            <a:extLst>
              <a:ext uri="{FF2B5EF4-FFF2-40B4-BE49-F238E27FC236}">
                <a16:creationId xmlns:a16="http://schemas.microsoft.com/office/drawing/2014/main" id="{2DDEFD37-0863-F949-AA96-5F73CC3B271A}"/>
              </a:ext>
            </a:extLst>
          </p:cNvPr>
          <p:cNvSpPr>
            <a:spLocks noGrp="1"/>
          </p:cNvSpPr>
          <p:nvPr>
            <p:ph type="pic" sz="quarter" idx="63" hasCustomPrompt="1"/>
          </p:nvPr>
        </p:nvSpPr>
        <p:spPr bwMode="gray">
          <a:xfrm>
            <a:off x="8680136" y="5323643"/>
            <a:ext cx="906234" cy="852256"/>
          </a:xfrm>
          <a:pattFill prst="wdUpDiag">
            <a:fgClr>
              <a:schemeClr val="accent1">
                <a:lumMod val="50000"/>
              </a:schemeClr>
            </a:fgClr>
            <a:bgClr>
              <a:schemeClr val="tx2">
                <a:lumMod val="50000"/>
              </a:schemeClr>
            </a:bgClr>
          </a:pattFill>
          <a:ln w="12700">
            <a:solidFill>
              <a:schemeClr val="bg1">
                <a:lumMod val="75000"/>
              </a:schemeClr>
            </a:solidFill>
            <a:miter lim="800000"/>
          </a:ln>
        </p:spPr>
        <p:txBody>
          <a:bodyPr lIns="91440" tIns="91440" rIns="91440" bIns="91440" anchor="ctr" anchorCtr="0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800" b="0">
                <a:solidFill>
                  <a:srgbClr val="FFFFFF"/>
                </a:solidFill>
                <a:latin typeface="+mn-lt"/>
                <a:cs typeface="Segoe UI" panose="020B0502040204020203" pitchFamily="34" charset="0"/>
              </a:defRPr>
            </a:lvl1pPr>
          </a:lstStyle>
          <a:p>
            <a:r>
              <a:rPr lang="en-US" dirty="0"/>
              <a:t>Drop Image</a:t>
            </a:r>
          </a:p>
        </p:txBody>
      </p:sp>
      <p:sp>
        <p:nvSpPr>
          <p:cNvPr id="78" name="Picture Placeholder" descr="This photo is a 'placeholder' only. Drag or drop your photo here, or click and tap the center to insert a photo.">
            <a:extLst>
              <a:ext uri="{FF2B5EF4-FFF2-40B4-BE49-F238E27FC236}">
                <a16:creationId xmlns:a16="http://schemas.microsoft.com/office/drawing/2014/main" id="{C7F81ABC-5057-6D45-AD46-29A54A126114}"/>
              </a:ext>
            </a:extLst>
          </p:cNvPr>
          <p:cNvSpPr>
            <a:spLocks noGrp="1"/>
          </p:cNvSpPr>
          <p:nvPr>
            <p:ph type="pic" sz="quarter" idx="64" hasCustomPrompt="1"/>
          </p:nvPr>
        </p:nvSpPr>
        <p:spPr bwMode="gray">
          <a:xfrm>
            <a:off x="9691620" y="5323643"/>
            <a:ext cx="906234" cy="852256"/>
          </a:xfrm>
          <a:pattFill prst="wdUpDiag">
            <a:fgClr>
              <a:schemeClr val="accent1">
                <a:lumMod val="50000"/>
              </a:schemeClr>
            </a:fgClr>
            <a:bgClr>
              <a:schemeClr val="tx2">
                <a:lumMod val="50000"/>
              </a:schemeClr>
            </a:bgClr>
          </a:pattFill>
          <a:ln w="12700">
            <a:solidFill>
              <a:schemeClr val="bg1">
                <a:lumMod val="75000"/>
              </a:schemeClr>
            </a:solidFill>
            <a:miter lim="800000"/>
          </a:ln>
        </p:spPr>
        <p:txBody>
          <a:bodyPr lIns="91440" tIns="91440" rIns="91440" bIns="91440" anchor="ctr" anchorCtr="0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800" b="0">
                <a:solidFill>
                  <a:srgbClr val="FFFFFF"/>
                </a:solidFill>
                <a:latin typeface="+mn-lt"/>
                <a:cs typeface="Segoe UI" panose="020B0502040204020203" pitchFamily="34" charset="0"/>
              </a:defRPr>
            </a:lvl1pPr>
          </a:lstStyle>
          <a:p>
            <a:r>
              <a:rPr lang="en-US" dirty="0"/>
              <a:t>Drop Image</a:t>
            </a:r>
          </a:p>
        </p:txBody>
      </p:sp>
      <p:sp>
        <p:nvSpPr>
          <p:cNvPr id="79" name="Picture Placeholder" descr="This photo is a 'placeholder' only. Drag or drop your photo here, or click and tap the center to insert a photo.">
            <a:extLst>
              <a:ext uri="{FF2B5EF4-FFF2-40B4-BE49-F238E27FC236}">
                <a16:creationId xmlns:a16="http://schemas.microsoft.com/office/drawing/2014/main" id="{9866A0A0-C971-6B47-A279-161DD8E70EEB}"/>
              </a:ext>
            </a:extLst>
          </p:cNvPr>
          <p:cNvSpPr>
            <a:spLocks noGrp="1"/>
          </p:cNvSpPr>
          <p:nvPr>
            <p:ph type="pic" sz="quarter" idx="65" hasCustomPrompt="1"/>
          </p:nvPr>
        </p:nvSpPr>
        <p:spPr bwMode="gray">
          <a:xfrm>
            <a:off x="10703108" y="5323643"/>
            <a:ext cx="906234" cy="852256"/>
          </a:xfrm>
          <a:pattFill prst="wdUpDiag">
            <a:fgClr>
              <a:schemeClr val="accent1">
                <a:lumMod val="50000"/>
              </a:schemeClr>
            </a:fgClr>
            <a:bgClr>
              <a:schemeClr val="tx2">
                <a:lumMod val="50000"/>
              </a:schemeClr>
            </a:bgClr>
          </a:pattFill>
          <a:ln w="12700">
            <a:solidFill>
              <a:schemeClr val="bg1">
                <a:lumMod val="75000"/>
              </a:schemeClr>
            </a:solidFill>
            <a:miter lim="800000"/>
          </a:ln>
        </p:spPr>
        <p:txBody>
          <a:bodyPr lIns="91440" tIns="91440" rIns="91440" bIns="91440" anchor="ctr" anchorCtr="0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800" b="0">
                <a:solidFill>
                  <a:srgbClr val="FFFFFF"/>
                </a:solidFill>
                <a:latin typeface="+mn-lt"/>
                <a:cs typeface="Segoe UI" panose="020B0502040204020203" pitchFamily="34" charset="0"/>
              </a:defRPr>
            </a:lvl1pPr>
          </a:lstStyle>
          <a:p>
            <a:r>
              <a:rPr lang="en-US" dirty="0"/>
              <a:t>Drop Image</a:t>
            </a:r>
          </a:p>
        </p:txBody>
      </p:sp>
    </p:spTree>
    <p:extLst>
      <p:ext uri="{BB962C8B-B14F-4D97-AF65-F5344CB8AC3E}">
        <p14:creationId xmlns:p14="http://schemas.microsoft.com/office/powerpoint/2010/main" val="2606528856"/>
      </p:ext>
    </p:extLst>
  </p:cSld>
  <p:clrMapOvr>
    <a:masterClrMapping/>
  </p:clrMapOvr>
  <p:transition>
    <p:fade/>
  </p:transition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itle with Square Pictu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Picture Placeholder" descr="This photo is a 'placeholder' only. Drag or drop your photo here, or click and tap the center to insert a photo.">
            <a:extLst>
              <a:ext uri="{FF2B5EF4-FFF2-40B4-BE49-F238E27FC236}">
                <a16:creationId xmlns:a16="http://schemas.microsoft.com/office/drawing/2014/main" id="{CC6E92E5-E859-445F-856B-33F974FA3AC2}"/>
              </a:ext>
            </a:extLst>
          </p:cNvPr>
          <p:cNvSpPr>
            <a:spLocks noGrp="1"/>
          </p:cNvSpPr>
          <p:nvPr>
            <p:ph type="pic" sz="quarter" idx="11" hasCustomPrompt="1"/>
          </p:nvPr>
        </p:nvSpPr>
        <p:spPr bwMode="gray">
          <a:xfrm>
            <a:off x="5334001" y="0"/>
            <a:ext cx="6858000" cy="6858000"/>
          </a:xfrm>
          <a:pattFill prst="wdUpDiag">
            <a:fgClr>
              <a:schemeClr val="accent1">
                <a:lumMod val="50000"/>
              </a:schemeClr>
            </a:fgClr>
            <a:bgClr>
              <a:schemeClr val="tx2">
                <a:lumMod val="50000"/>
              </a:schemeClr>
            </a:bgClr>
          </a:pattFill>
        </p:spPr>
        <p:txBody>
          <a:bodyPr lIns="0" tIns="2103120" rIns="0" anchor="t" anchorCtr="0">
            <a:noAutofit/>
          </a:bodyPr>
          <a:lstStyle>
            <a:lvl1pPr marL="0" indent="0" algn="ctr">
              <a:lnSpc>
                <a:spcPct val="100000"/>
              </a:lnSpc>
              <a:buNone/>
              <a:defRPr sz="1200" b="1">
                <a:solidFill>
                  <a:srgbClr val="FFFFFF"/>
                </a:solidFill>
                <a:latin typeface="+mn-lt"/>
                <a:cs typeface="Segoe UI" panose="020B0502040204020203" pitchFamily="34" charset="0"/>
              </a:defRPr>
            </a:lvl1pPr>
          </a:lstStyle>
          <a:p>
            <a:r>
              <a:rPr lang="en-US" dirty="0"/>
              <a:t>Drag &amp; drop your photo here </a:t>
            </a:r>
            <a:br>
              <a:rPr lang="en-US" dirty="0"/>
            </a:br>
            <a:r>
              <a:rPr lang="en-US" dirty="0"/>
              <a:t>or click or tap icon below </a:t>
            </a:r>
            <a:br>
              <a:rPr lang="en-US" dirty="0"/>
            </a:br>
            <a:r>
              <a:rPr lang="en-US" dirty="0"/>
              <a:t>to insert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935C9167-B5C7-4834-AC78-240C8C3EF11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88264" y="2262425"/>
            <a:ext cx="4158362" cy="861774"/>
          </a:xfrm>
        </p:spPr>
        <p:txBody>
          <a:bodyPr anchor="b"/>
          <a:lstStyle>
            <a:lvl1pPr>
              <a:defRPr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0E780C89-4FC1-4FE7-AFCA-1C41A1B0944C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584202" y="3535544"/>
            <a:ext cx="4162426" cy="2733497"/>
          </a:xfrm>
        </p:spPr>
        <p:txBody>
          <a:bodyPr>
            <a:normAutofit/>
          </a:bodyPr>
          <a:lstStyle>
            <a:lvl1pPr marL="0" indent="0">
              <a:buNone/>
              <a:defRPr sz="2200">
                <a:latin typeface="+mn-lt"/>
              </a:defRPr>
            </a:lvl1pPr>
            <a:lvl2pPr marL="228611" indent="0">
              <a:buNone/>
              <a:defRPr/>
            </a:lvl2pPr>
            <a:lvl3pPr marL="457223" indent="0">
              <a:buNone/>
              <a:defRPr/>
            </a:lvl3pPr>
            <a:lvl4pPr marL="662021" indent="0">
              <a:buNone/>
              <a:defRPr/>
            </a:lvl4pPr>
            <a:lvl5pPr marL="855706" indent="0"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1308856586"/>
      </p:ext>
    </p:extLst>
  </p:cSld>
  <p:clrMapOvr>
    <a:masterClrMapping/>
  </p:clrMapOvr>
  <p:transition>
    <p:fade/>
  </p:transition>
  <p:extLst>
    <p:ext uri="{DCECCB84-F9BA-43D5-87BE-67443E8EF086}">
      <p15:sldGuideLst xmlns:p15="http://schemas.microsoft.com/office/powerpoint/2012/main">
        <p15:guide id="2" pos="3360" userDrawn="1">
          <p15:clr>
            <a:srgbClr val="FBAE40"/>
          </p15:clr>
        </p15:guide>
        <p15:guide id="8" orient="horz" pos="2226" userDrawn="1">
          <p15:clr>
            <a:srgbClr val="5ACBF0"/>
          </p15:clr>
        </p15:guide>
        <p15:guide id="10" pos="3729" userDrawn="1">
          <p15:clr>
            <a:srgbClr val="C35EA4"/>
          </p15:clr>
        </p15:guide>
        <p15:guide id="11" pos="2993" userDrawn="1">
          <p15:clr>
            <a:srgbClr val="5ACBF0"/>
          </p15:clr>
        </p15:guide>
        <p15:guide id="12" pos="3543" userDrawn="1">
          <p15:clr>
            <a:srgbClr val="A4A3A4"/>
          </p15:clr>
        </p15:guide>
      </p15:sldGuideLst>
    </p:ext>
  </p:extLst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Product/Feature - Square Pho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2">
            <a:extLst>
              <a:ext uri="{FF2B5EF4-FFF2-40B4-BE49-F238E27FC236}">
                <a16:creationId xmlns:a16="http://schemas.microsoft.com/office/drawing/2014/main" id="{2091FAC0-2210-AA45-95A9-B6A721525D0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638803" y="1028700"/>
            <a:ext cx="6259511" cy="914400"/>
          </a:xfrm>
        </p:spPr>
        <p:txBody>
          <a:bodyPr anchor="b"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6" name="Content Placeholder 4">
            <a:extLst>
              <a:ext uri="{FF2B5EF4-FFF2-40B4-BE49-F238E27FC236}">
                <a16:creationId xmlns:a16="http://schemas.microsoft.com/office/drawing/2014/main" id="{E0B0D8E2-424A-CE45-AD48-F95CCAF11354}"/>
              </a:ext>
            </a:extLst>
          </p:cNvPr>
          <p:cNvSpPr>
            <a:spLocks noGrp="1"/>
          </p:cNvSpPr>
          <p:nvPr>
            <p:ph sz="quarter" idx="12"/>
          </p:nvPr>
        </p:nvSpPr>
        <p:spPr>
          <a:xfrm>
            <a:off x="5638803" y="2299447"/>
            <a:ext cx="6259511" cy="3491192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Picture Placeholder" descr="This photo is a 'placeholder' only. Drag or drop your photo here, or click and tap the center to insert a photo.">
            <a:extLst>
              <a:ext uri="{FF2B5EF4-FFF2-40B4-BE49-F238E27FC236}">
                <a16:creationId xmlns:a16="http://schemas.microsoft.com/office/drawing/2014/main" id="{CC6E92E5-E859-445F-856B-33F974FA3AC2}"/>
              </a:ext>
            </a:extLst>
          </p:cNvPr>
          <p:cNvSpPr>
            <a:spLocks noGrp="1"/>
          </p:cNvSpPr>
          <p:nvPr>
            <p:ph type="pic" sz="quarter" idx="11" hasCustomPrompt="1"/>
          </p:nvPr>
        </p:nvSpPr>
        <p:spPr bwMode="gray">
          <a:xfrm>
            <a:off x="293690" y="1043679"/>
            <a:ext cx="5040311" cy="4740089"/>
          </a:xfrm>
          <a:pattFill prst="wdUpDiag">
            <a:fgClr>
              <a:schemeClr val="accent1">
                <a:lumMod val="50000"/>
              </a:schemeClr>
            </a:fgClr>
            <a:bgClr>
              <a:schemeClr val="tx2">
                <a:lumMod val="50000"/>
              </a:schemeClr>
            </a:bgClr>
          </a:pattFill>
        </p:spPr>
        <p:txBody>
          <a:bodyPr lIns="0" tIns="720000" rIns="0" anchor="t" anchorCtr="0">
            <a:noAutofit/>
          </a:bodyPr>
          <a:lstStyle>
            <a:lvl1pPr marL="0" indent="0" algn="ctr">
              <a:lnSpc>
                <a:spcPct val="100000"/>
              </a:lnSpc>
              <a:buNone/>
              <a:defRPr sz="1200" b="1">
                <a:solidFill>
                  <a:srgbClr val="FFFFFF"/>
                </a:solidFill>
                <a:latin typeface="+mn-lt"/>
                <a:cs typeface="Segoe UI" panose="020B0502040204020203" pitchFamily="34" charset="0"/>
              </a:defRPr>
            </a:lvl1pPr>
          </a:lstStyle>
          <a:p>
            <a:r>
              <a:rPr lang="en-US" dirty="0"/>
              <a:t>Drag &amp; drop your photo here </a:t>
            </a:r>
            <a:br>
              <a:rPr lang="en-US" dirty="0"/>
            </a:br>
            <a:r>
              <a:rPr lang="en-US" dirty="0"/>
              <a:t>or click or tap icon below </a:t>
            </a:r>
            <a:br>
              <a:rPr lang="en-US" dirty="0"/>
            </a:br>
            <a:r>
              <a:rPr lang="en-US" dirty="0"/>
              <a:t>to insert</a:t>
            </a:r>
          </a:p>
        </p:txBody>
      </p:sp>
    </p:spTree>
    <p:extLst>
      <p:ext uri="{BB962C8B-B14F-4D97-AF65-F5344CB8AC3E}">
        <p14:creationId xmlns:p14="http://schemas.microsoft.com/office/powerpoint/2010/main" val="2723914347"/>
      </p:ext>
    </p:extLst>
  </p:cSld>
  <p:clrMapOvr>
    <a:masterClrMapping/>
  </p:clrMapOvr>
  <p:transition>
    <p:fade/>
  </p:transition>
  <p:extLst>
    <p:ext uri="{DCECCB84-F9BA-43D5-87BE-67443E8EF086}">
      <p15:sldGuideLst xmlns:p15="http://schemas.microsoft.com/office/powerpoint/2012/main">
        <p15:guide id="2" pos="3360" userDrawn="1">
          <p15:clr>
            <a:srgbClr val="FBAE40"/>
          </p15:clr>
        </p15:guide>
        <p15:guide id="6" orient="horz" pos="648" userDrawn="1">
          <p15:clr>
            <a:srgbClr val="5ACBF0"/>
          </p15:clr>
        </p15:guide>
        <p15:guide id="8" orient="horz" pos="3648" userDrawn="1">
          <p15:clr>
            <a:srgbClr val="5ACBF0"/>
          </p15:clr>
        </p15:guide>
        <p15:guide id="10" pos="3721" userDrawn="1">
          <p15:clr>
            <a:srgbClr val="C35EA4"/>
          </p15:clr>
        </p15:guide>
        <p15:guide id="11" pos="2993" userDrawn="1">
          <p15:clr>
            <a:srgbClr val="5ACBF0"/>
          </p15:clr>
        </p15:guide>
        <p15:guide id="12" pos="3552" userDrawn="1">
          <p15:clr>
            <a:srgbClr val="A4A3A4"/>
          </p15:clr>
        </p15:guide>
        <p15:guide id="14" orient="horz" pos="1440" userDrawn="1">
          <p15:clr>
            <a:srgbClr val="5ACBF0"/>
          </p15:clr>
        </p15:guide>
      </p15:sldGuideLst>
    </p:ext>
  </p:extLst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op Horizontal Photo and Tit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8E01E45-D858-46CB-8C37-2ADA7A8B4F3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88264" y="5497686"/>
            <a:ext cx="11018521" cy="430887"/>
          </a:xfrm>
        </p:spPr>
        <p:txBody>
          <a:bodyPr anchor="ctr"/>
          <a:lstStyle>
            <a:lvl1pPr algn="ctr">
              <a:defRPr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Picture Placeholder" descr="This photo is a 'placeholder' only. Drag or drop your photo here, or click and tap the center to insert a photo.">
            <a:extLst>
              <a:ext uri="{FF2B5EF4-FFF2-40B4-BE49-F238E27FC236}">
                <a16:creationId xmlns:a16="http://schemas.microsoft.com/office/drawing/2014/main" id="{FEB5B31F-7AD9-4BC6-8D61-62AD8011666E}"/>
              </a:ext>
            </a:extLst>
          </p:cNvPr>
          <p:cNvSpPr>
            <a:spLocks noGrp="1"/>
          </p:cNvSpPr>
          <p:nvPr>
            <p:ph type="pic" sz="quarter" idx="11" hasCustomPrompt="1"/>
          </p:nvPr>
        </p:nvSpPr>
        <p:spPr bwMode="gray">
          <a:xfrm>
            <a:off x="0" y="0"/>
            <a:ext cx="12192000" cy="4572000"/>
          </a:xfrm>
          <a:pattFill prst="wdUpDiag">
            <a:fgClr>
              <a:schemeClr val="accent1">
                <a:lumMod val="50000"/>
              </a:schemeClr>
            </a:fgClr>
            <a:bgClr>
              <a:schemeClr val="tx2">
                <a:lumMod val="50000"/>
              </a:schemeClr>
            </a:bgClr>
          </a:pattFill>
        </p:spPr>
        <p:txBody>
          <a:bodyPr vert="horz" wrap="square" lIns="0" tIns="720000" rIns="0" bIns="0" rtlCol="0" anchor="t" anchorCtr="0">
            <a:noAutofit/>
          </a:bodyPr>
          <a:lstStyle>
            <a:lvl1pPr marL="0" indent="0" algn="ctr">
              <a:buNone/>
              <a:defRPr lang="en-US" sz="1200" b="1" dirty="0">
                <a:solidFill>
                  <a:srgbClr val="FFFFFF"/>
                </a:solidFill>
              </a:defRPr>
            </a:lvl1pPr>
          </a:lstStyle>
          <a:p>
            <a:pPr marL="228611" lvl="0" indent="-228611" algn="ctr"/>
            <a:r>
              <a:rPr lang="en-US" dirty="0"/>
              <a:t>Drag &amp; drop your photo here </a:t>
            </a:r>
            <a:br>
              <a:rPr lang="en-US" dirty="0"/>
            </a:br>
            <a:r>
              <a:rPr lang="en-US" dirty="0"/>
              <a:t>or click or tap icon below </a:t>
            </a:r>
            <a:br>
              <a:rPr lang="en-US" dirty="0"/>
            </a:br>
            <a:r>
              <a:rPr lang="en-US" dirty="0"/>
              <a:t>to insert</a:t>
            </a:r>
          </a:p>
        </p:txBody>
      </p:sp>
    </p:spTree>
    <p:extLst>
      <p:ext uri="{BB962C8B-B14F-4D97-AF65-F5344CB8AC3E}">
        <p14:creationId xmlns:p14="http://schemas.microsoft.com/office/powerpoint/2010/main" val="3370049393"/>
      </p:ext>
    </p:extLst>
  </p:cSld>
  <p:clrMapOvr>
    <a:masterClrMapping/>
  </p:clrMapOvr>
  <p:transition>
    <p:fade/>
  </p:transition>
  <p:extLst>
    <p:ext uri="{DCECCB84-F9BA-43D5-87BE-67443E8EF086}">
      <p15:sldGuideLst xmlns:p15="http://schemas.microsoft.com/office/powerpoint/2012/main">
        <p15:guide id="5" orient="horz" pos="2880" userDrawn="1">
          <p15:clr>
            <a:srgbClr val="5ACBF0"/>
          </p15:clr>
        </p15:guide>
      </p15:sldGuideLst>
    </p:ext>
  </p:extLst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ottom Horizontal Photo and Tit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45563AC-3A0B-4839-A9DC-F00E8E5411A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88264" y="927845"/>
            <a:ext cx="11018521" cy="430887"/>
          </a:xfrm>
        </p:spPr>
        <p:txBody>
          <a:bodyPr anchor="ctr"/>
          <a:lstStyle>
            <a:lvl1pPr algn="ctr">
              <a:defRPr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Picture Placeholder" descr="This photo is a 'placeholder' only. Drag or drop your photo here, or click and tap the center to insert a photo.">
            <a:extLst>
              <a:ext uri="{FF2B5EF4-FFF2-40B4-BE49-F238E27FC236}">
                <a16:creationId xmlns:a16="http://schemas.microsoft.com/office/drawing/2014/main" id="{FEB5B31F-7AD9-4BC6-8D61-62AD8011666E}"/>
              </a:ext>
            </a:extLst>
          </p:cNvPr>
          <p:cNvSpPr>
            <a:spLocks noGrp="1"/>
          </p:cNvSpPr>
          <p:nvPr>
            <p:ph type="pic" sz="quarter" idx="11" hasCustomPrompt="1"/>
          </p:nvPr>
        </p:nvSpPr>
        <p:spPr bwMode="gray">
          <a:xfrm>
            <a:off x="-2381" y="2286000"/>
            <a:ext cx="12192000" cy="4572000"/>
          </a:xfrm>
          <a:pattFill prst="wdUpDiag">
            <a:fgClr>
              <a:schemeClr val="accent1">
                <a:lumMod val="50000"/>
              </a:schemeClr>
            </a:fgClr>
            <a:bgClr>
              <a:schemeClr val="tx2">
                <a:lumMod val="50000"/>
              </a:schemeClr>
            </a:bgClr>
          </a:pattFill>
        </p:spPr>
        <p:txBody>
          <a:bodyPr vert="horz" wrap="square" lIns="0" tIns="720000" rIns="0" bIns="0" rtlCol="0" anchor="t" anchorCtr="0">
            <a:noAutofit/>
          </a:bodyPr>
          <a:lstStyle>
            <a:lvl1pPr marL="0" indent="0" algn="ctr">
              <a:buNone/>
              <a:defRPr lang="en-US" sz="1200" b="1" dirty="0">
                <a:solidFill>
                  <a:srgbClr val="FFFFFF"/>
                </a:solidFill>
              </a:defRPr>
            </a:lvl1pPr>
          </a:lstStyle>
          <a:p>
            <a:pPr marL="228611" lvl="0" indent="-228611" algn="ctr"/>
            <a:r>
              <a:rPr lang="en-US" dirty="0"/>
              <a:t>Drag &amp; drop your photo here </a:t>
            </a:r>
            <a:br>
              <a:rPr lang="en-US" dirty="0"/>
            </a:br>
            <a:r>
              <a:rPr lang="en-US" dirty="0"/>
              <a:t>or click or tap icon below </a:t>
            </a:r>
            <a:br>
              <a:rPr lang="en-US" dirty="0"/>
            </a:br>
            <a:r>
              <a:rPr lang="en-US" dirty="0"/>
              <a:t>to insert</a:t>
            </a:r>
          </a:p>
        </p:txBody>
      </p:sp>
    </p:spTree>
    <p:extLst>
      <p:ext uri="{BB962C8B-B14F-4D97-AF65-F5344CB8AC3E}">
        <p14:creationId xmlns:p14="http://schemas.microsoft.com/office/powerpoint/2010/main" val="332955672"/>
      </p:ext>
    </p:extLst>
  </p:cSld>
  <p:clrMapOvr>
    <a:masterClrMapping/>
  </p:clrMapOvr>
  <p:transition>
    <p:fade/>
  </p:transition>
  <p:extLst>
    <p:ext uri="{DCECCB84-F9BA-43D5-87BE-67443E8EF086}">
      <p15:sldGuideLst xmlns:p15="http://schemas.microsoft.com/office/powerpoint/2012/main">
        <p15:guide id="5" orient="horz" pos="1440" userDrawn="1">
          <p15:clr>
            <a:srgbClr val="5ACBF0"/>
          </p15:clr>
        </p15:guide>
      </p15:sldGuideLst>
    </p:ext>
  </p:extLst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wo picture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AE833B58-0629-4A46-8711-902C16A99314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584200" y="5486403"/>
            <a:ext cx="5367529" cy="782639"/>
          </a:xfrm>
        </p:spPr>
        <p:txBody>
          <a:bodyPr>
            <a:normAutofit/>
          </a:bodyPr>
          <a:lstStyle>
            <a:lvl1pPr marL="0" indent="0" algn="ctr">
              <a:spcBef>
                <a:spcPts val="0"/>
              </a:spcBef>
              <a:buNone/>
              <a:defRPr sz="2000"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9" name="Picture Placeholder" descr="This photo is a 'placeholder' only. Drag or drop your photo here, or click and tap the center to insert a photo.">
            <a:extLst>
              <a:ext uri="{FF2B5EF4-FFF2-40B4-BE49-F238E27FC236}">
                <a16:creationId xmlns:a16="http://schemas.microsoft.com/office/drawing/2014/main" id="{1231301F-62BD-4CF6-8990-CDF00AFC8CCF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 bwMode="gray">
          <a:xfrm>
            <a:off x="582612" y="1822077"/>
            <a:ext cx="5367529" cy="3474720"/>
          </a:xfrm>
          <a:pattFill prst="wdUpDiag">
            <a:fgClr>
              <a:schemeClr val="accent1">
                <a:lumMod val="50000"/>
              </a:schemeClr>
            </a:fgClr>
            <a:bgClr>
              <a:schemeClr val="tx2">
                <a:lumMod val="50000"/>
              </a:schemeClr>
            </a:bgClr>
          </a:pattFill>
        </p:spPr>
        <p:txBody>
          <a:bodyPr vert="horz" wrap="square" lIns="0" tIns="720000" rIns="0" bIns="1188720" rtlCol="0" anchor="t" anchorCtr="0">
            <a:noAutofit/>
          </a:bodyPr>
          <a:lstStyle>
            <a:lvl1pPr marL="0" indent="0" algn="ctr">
              <a:buNone/>
              <a:defRPr lang="en-US" sz="1000" b="1" dirty="0">
                <a:solidFill>
                  <a:srgbClr val="FFFFFF"/>
                </a:solidFill>
              </a:defRPr>
            </a:lvl1pPr>
          </a:lstStyle>
          <a:p>
            <a:pPr marL="228611" lvl="0" indent="-228611" algn="ctr"/>
            <a:r>
              <a:rPr lang="en-US" dirty="0"/>
              <a:t>Drag &amp; drop your photo here </a:t>
            </a:r>
            <a:br>
              <a:rPr lang="en-US" dirty="0"/>
            </a:br>
            <a:r>
              <a:rPr lang="en-US" dirty="0"/>
              <a:t>or click or tap icon below </a:t>
            </a:r>
            <a:br>
              <a:rPr lang="en-US" dirty="0"/>
            </a:br>
            <a:r>
              <a:rPr lang="en-US" dirty="0"/>
              <a:t>to insert</a:t>
            </a:r>
          </a:p>
        </p:txBody>
      </p:sp>
      <p:sp>
        <p:nvSpPr>
          <p:cNvPr id="13" name="Text Placeholder 3">
            <a:extLst>
              <a:ext uri="{FF2B5EF4-FFF2-40B4-BE49-F238E27FC236}">
                <a16:creationId xmlns:a16="http://schemas.microsoft.com/office/drawing/2014/main" id="{05B401B2-8D93-427E-90A4-52337B3965E8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6241860" y="5486403"/>
            <a:ext cx="5367529" cy="782639"/>
          </a:xfrm>
        </p:spPr>
        <p:txBody>
          <a:bodyPr>
            <a:normAutofit/>
          </a:bodyPr>
          <a:lstStyle>
            <a:lvl1pPr marL="0" indent="0" algn="ctr">
              <a:spcBef>
                <a:spcPts val="0"/>
              </a:spcBef>
              <a:buNone/>
              <a:defRPr sz="2000"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1" name="Picture Placeholder" descr="This photo is a 'placeholder' only. Drag or drop your photo here, or click and tap the center to insert a photo.">
            <a:extLst>
              <a:ext uri="{FF2B5EF4-FFF2-40B4-BE49-F238E27FC236}">
                <a16:creationId xmlns:a16="http://schemas.microsoft.com/office/drawing/2014/main" id="{7223C820-5673-4288-A9D6-185A95066B1E}"/>
              </a:ext>
            </a:extLst>
          </p:cNvPr>
          <p:cNvSpPr>
            <a:spLocks noGrp="1"/>
          </p:cNvSpPr>
          <p:nvPr>
            <p:ph type="pic" sz="quarter" idx="15" hasCustomPrompt="1"/>
          </p:nvPr>
        </p:nvSpPr>
        <p:spPr bwMode="gray">
          <a:xfrm>
            <a:off x="6239256" y="1822077"/>
            <a:ext cx="5367529" cy="3474720"/>
          </a:xfrm>
          <a:pattFill prst="wdUpDiag">
            <a:fgClr>
              <a:schemeClr val="accent1">
                <a:lumMod val="50000"/>
              </a:schemeClr>
            </a:fgClr>
            <a:bgClr>
              <a:schemeClr val="tx2">
                <a:lumMod val="50000"/>
              </a:schemeClr>
            </a:bgClr>
          </a:pattFill>
        </p:spPr>
        <p:txBody>
          <a:bodyPr vert="horz" wrap="square" lIns="0" tIns="720000" rIns="0" bIns="1188720" rtlCol="0" anchor="t" anchorCtr="0">
            <a:noAutofit/>
          </a:bodyPr>
          <a:lstStyle>
            <a:lvl1pPr marL="0" indent="0" algn="ctr">
              <a:buNone/>
              <a:defRPr lang="en-US" sz="1000" b="1" dirty="0">
                <a:solidFill>
                  <a:srgbClr val="FFFFFF"/>
                </a:solidFill>
              </a:defRPr>
            </a:lvl1pPr>
          </a:lstStyle>
          <a:p>
            <a:pPr marL="228611" lvl="0" indent="-228611" algn="ctr"/>
            <a:r>
              <a:rPr lang="en-US" dirty="0"/>
              <a:t>Drag and drop your photo here</a:t>
            </a:r>
            <a:br>
              <a:rPr lang="en-US" dirty="0"/>
            </a:br>
            <a:r>
              <a:rPr lang="en-US" dirty="0"/>
              <a:t>or click or tap icon below</a:t>
            </a:r>
            <a:br>
              <a:rPr lang="en-US" dirty="0"/>
            </a:br>
            <a:r>
              <a:rPr lang="en-US" dirty="0"/>
              <a:t>to insert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6EE6852B-EA48-4DA0-85C5-B2B1A90798F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</p:spTree>
    <p:extLst>
      <p:ext uri="{BB962C8B-B14F-4D97-AF65-F5344CB8AC3E}">
        <p14:creationId xmlns:p14="http://schemas.microsoft.com/office/powerpoint/2010/main" val="283976029"/>
      </p:ext>
    </p:extLst>
  </p:cSld>
  <p:clrMapOvr>
    <a:masterClrMapping/>
  </p:clrMapOvr>
  <p:transition>
    <p:fade/>
  </p:transition>
  <p:extLst>
    <p:ext uri="{DCECCB84-F9BA-43D5-87BE-67443E8EF086}">
      <p15:sldGuideLst xmlns:p15="http://schemas.microsoft.com/office/powerpoint/2012/main">
        <p15:guide id="3" orient="horz" pos="3456" userDrawn="1">
          <p15:clr>
            <a:srgbClr val="5ACBF0"/>
          </p15:clr>
        </p15:guide>
        <p15:guide id="6" pos="3749" userDrawn="1">
          <p15:clr>
            <a:srgbClr val="5ACBF0"/>
          </p15:clr>
        </p15:guide>
        <p15:guide id="7" pos="3931" userDrawn="1">
          <p15:clr>
            <a:srgbClr val="5ACBF0"/>
          </p15:clr>
        </p15:guide>
        <p15:guide id="8" orient="horz" pos="1139" userDrawn="1">
          <p15:clr>
            <a:srgbClr val="5ACBF0"/>
          </p15:clr>
        </p15:guide>
      </p15:sldGuideLst>
    </p:ext>
  </p:extLst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hree picture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AE833B58-0629-4A46-8711-902C16A99314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582614" y="5486400"/>
            <a:ext cx="3475037" cy="782638"/>
          </a:xfrm>
        </p:spPr>
        <p:txBody>
          <a:bodyPr>
            <a:noAutofit/>
          </a:bodyPr>
          <a:lstStyle>
            <a:lvl1pPr marL="0" indent="0" algn="ctr">
              <a:spcBef>
                <a:spcPts val="0"/>
              </a:spcBef>
              <a:buNone/>
              <a:defRPr sz="1800"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9" name="Picture Placeholder" descr="This photo is a 'placeholder' only. Drag or drop your photo here, or click and tap the center to insert a photo.">
            <a:extLst>
              <a:ext uri="{FF2B5EF4-FFF2-40B4-BE49-F238E27FC236}">
                <a16:creationId xmlns:a16="http://schemas.microsoft.com/office/drawing/2014/main" id="{1231301F-62BD-4CF6-8990-CDF00AFC8CCF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 bwMode="gray">
          <a:xfrm>
            <a:off x="582612" y="1815353"/>
            <a:ext cx="3474720" cy="3474720"/>
          </a:xfrm>
          <a:pattFill prst="wdUpDiag">
            <a:fgClr>
              <a:schemeClr val="accent1">
                <a:lumMod val="50000"/>
              </a:schemeClr>
            </a:fgClr>
            <a:bgClr>
              <a:schemeClr val="tx2">
                <a:lumMod val="50000"/>
              </a:schemeClr>
            </a:bgClr>
          </a:pattFill>
        </p:spPr>
        <p:txBody>
          <a:bodyPr lIns="0" tIns="720000" rIns="0" bIns="1005840" anchor="t" anchorCtr="0">
            <a:noAutofit/>
          </a:bodyPr>
          <a:lstStyle>
            <a:lvl1pPr marL="0" indent="0" algn="ctr">
              <a:lnSpc>
                <a:spcPct val="100000"/>
              </a:lnSpc>
              <a:buNone/>
              <a:defRPr sz="1050" b="1">
                <a:solidFill>
                  <a:srgbClr val="FFFFFF"/>
                </a:solidFill>
                <a:latin typeface="+mn-lt"/>
                <a:cs typeface="Segoe UI" panose="020B0502040204020203" pitchFamily="34" charset="0"/>
              </a:defRPr>
            </a:lvl1pPr>
          </a:lstStyle>
          <a:p>
            <a:r>
              <a:rPr lang="en-US" dirty="0"/>
              <a:t>Drag &amp; drop your photo here </a:t>
            </a:r>
            <a:br>
              <a:rPr lang="en-US" dirty="0"/>
            </a:br>
            <a:r>
              <a:rPr lang="en-US" dirty="0"/>
              <a:t>or click or tap icon below </a:t>
            </a:r>
            <a:br>
              <a:rPr lang="en-US" dirty="0"/>
            </a:br>
            <a:r>
              <a:rPr lang="en-US" dirty="0"/>
              <a:t>to insert</a:t>
            </a:r>
          </a:p>
        </p:txBody>
      </p:sp>
      <p:sp>
        <p:nvSpPr>
          <p:cNvPr id="12" name="Text Placeholder 3">
            <a:extLst>
              <a:ext uri="{FF2B5EF4-FFF2-40B4-BE49-F238E27FC236}">
                <a16:creationId xmlns:a16="http://schemas.microsoft.com/office/drawing/2014/main" id="{7E8A9C08-F392-459F-B90B-EDBF4A830C55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>
          <a:xfrm>
            <a:off x="4358640" y="5486400"/>
            <a:ext cx="3475037" cy="782638"/>
          </a:xfrm>
        </p:spPr>
        <p:txBody>
          <a:bodyPr>
            <a:noAutofit/>
          </a:bodyPr>
          <a:lstStyle>
            <a:lvl1pPr marL="0" indent="0" algn="ctr">
              <a:spcBef>
                <a:spcPts val="0"/>
              </a:spcBef>
              <a:buNone/>
              <a:defRPr sz="1800"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0" name="Picture Placeholder" descr="This photo is a 'placeholder' only. Drag or drop your photo here, or click and tap the center to insert a photo.">
            <a:extLst>
              <a:ext uri="{FF2B5EF4-FFF2-40B4-BE49-F238E27FC236}">
                <a16:creationId xmlns:a16="http://schemas.microsoft.com/office/drawing/2014/main" id="{7E401A97-B3D4-43E4-9B09-8AD4B6B26068}"/>
              </a:ext>
            </a:extLst>
          </p:cNvPr>
          <p:cNvSpPr>
            <a:spLocks noGrp="1"/>
          </p:cNvSpPr>
          <p:nvPr>
            <p:ph type="pic" sz="quarter" idx="14" hasCustomPrompt="1"/>
          </p:nvPr>
        </p:nvSpPr>
        <p:spPr bwMode="gray">
          <a:xfrm>
            <a:off x="4358640" y="1815353"/>
            <a:ext cx="3474720" cy="3474720"/>
          </a:xfrm>
          <a:pattFill prst="wdUpDiag">
            <a:fgClr>
              <a:schemeClr val="accent1">
                <a:lumMod val="50000"/>
              </a:schemeClr>
            </a:fgClr>
            <a:bgClr>
              <a:schemeClr val="tx2">
                <a:lumMod val="50000"/>
              </a:schemeClr>
            </a:bgClr>
          </a:pattFill>
        </p:spPr>
        <p:txBody>
          <a:bodyPr lIns="0" tIns="720000" rIns="0" bIns="1005840" anchor="t" anchorCtr="0">
            <a:noAutofit/>
          </a:bodyPr>
          <a:lstStyle>
            <a:lvl1pPr marL="0" indent="0" algn="ctr">
              <a:lnSpc>
                <a:spcPct val="100000"/>
              </a:lnSpc>
              <a:buNone/>
              <a:defRPr sz="1050" b="1">
                <a:solidFill>
                  <a:srgbClr val="FFFFFF"/>
                </a:solidFill>
                <a:latin typeface="+mn-lt"/>
                <a:cs typeface="Segoe UI" panose="020B0502040204020203" pitchFamily="34" charset="0"/>
              </a:defRPr>
            </a:lvl1pPr>
          </a:lstStyle>
          <a:p>
            <a:r>
              <a:rPr lang="en-US" dirty="0"/>
              <a:t>Drag &amp; drop your photo here </a:t>
            </a:r>
            <a:br>
              <a:rPr lang="en-US" dirty="0"/>
            </a:br>
            <a:r>
              <a:rPr lang="en-US" dirty="0"/>
              <a:t>or click or tap icon below </a:t>
            </a:r>
            <a:br>
              <a:rPr lang="en-US" dirty="0"/>
            </a:br>
            <a:r>
              <a:rPr lang="en-US" dirty="0"/>
              <a:t>to insert</a:t>
            </a:r>
          </a:p>
        </p:txBody>
      </p:sp>
      <p:sp>
        <p:nvSpPr>
          <p:cNvPr id="13" name="Text Placeholder 3">
            <a:extLst>
              <a:ext uri="{FF2B5EF4-FFF2-40B4-BE49-F238E27FC236}">
                <a16:creationId xmlns:a16="http://schemas.microsoft.com/office/drawing/2014/main" id="{05B401B2-8D93-427E-90A4-52337B3965E8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8134351" y="5486400"/>
            <a:ext cx="3475037" cy="782638"/>
          </a:xfrm>
        </p:spPr>
        <p:txBody>
          <a:bodyPr>
            <a:noAutofit/>
          </a:bodyPr>
          <a:lstStyle>
            <a:lvl1pPr marL="0" indent="0" algn="ctr">
              <a:spcBef>
                <a:spcPts val="0"/>
              </a:spcBef>
              <a:buNone/>
              <a:defRPr sz="1800"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1" name="Picture Placeholder" descr="This photo is a 'placeholder' only. Drag or drop your photo here, or click and tap the center to insert a photo.">
            <a:extLst>
              <a:ext uri="{FF2B5EF4-FFF2-40B4-BE49-F238E27FC236}">
                <a16:creationId xmlns:a16="http://schemas.microsoft.com/office/drawing/2014/main" id="{7223C820-5673-4288-A9D6-185A95066B1E}"/>
              </a:ext>
            </a:extLst>
          </p:cNvPr>
          <p:cNvSpPr>
            <a:spLocks noGrp="1"/>
          </p:cNvSpPr>
          <p:nvPr>
            <p:ph type="pic" sz="quarter" idx="15" hasCustomPrompt="1"/>
          </p:nvPr>
        </p:nvSpPr>
        <p:spPr bwMode="gray">
          <a:xfrm>
            <a:off x="8132063" y="1815353"/>
            <a:ext cx="3474720" cy="3474720"/>
          </a:xfrm>
          <a:pattFill prst="wdUpDiag">
            <a:fgClr>
              <a:schemeClr val="accent1">
                <a:lumMod val="50000"/>
              </a:schemeClr>
            </a:fgClr>
            <a:bgClr>
              <a:schemeClr val="tx2">
                <a:lumMod val="50000"/>
              </a:schemeClr>
            </a:bgClr>
          </a:pattFill>
        </p:spPr>
        <p:txBody>
          <a:bodyPr lIns="0" tIns="720000" rIns="0" bIns="1005840" anchor="t" anchorCtr="0">
            <a:noAutofit/>
          </a:bodyPr>
          <a:lstStyle>
            <a:lvl1pPr marL="0" indent="0" algn="ctr">
              <a:lnSpc>
                <a:spcPct val="100000"/>
              </a:lnSpc>
              <a:buNone/>
              <a:defRPr sz="1050" b="1">
                <a:solidFill>
                  <a:srgbClr val="FFFFFF"/>
                </a:solidFill>
                <a:latin typeface="+mn-lt"/>
                <a:cs typeface="Segoe UI" panose="020B0502040204020203" pitchFamily="34" charset="0"/>
              </a:defRPr>
            </a:lvl1pPr>
          </a:lstStyle>
          <a:p>
            <a:r>
              <a:rPr lang="en-US" dirty="0"/>
              <a:t>Drag &amp; drop your photo here </a:t>
            </a:r>
            <a:br>
              <a:rPr lang="en-US" dirty="0"/>
            </a:br>
            <a:r>
              <a:rPr lang="en-US" dirty="0"/>
              <a:t>or click or tap icon below </a:t>
            </a:r>
            <a:br>
              <a:rPr lang="en-US" dirty="0"/>
            </a:br>
            <a:r>
              <a:rPr lang="en-US" dirty="0"/>
              <a:t>to insert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5D682FBC-A5FE-4949-90A0-2C7AE294D7F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</p:spTree>
    <p:extLst>
      <p:ext uri="{BB962C8B-B14F-4D97-AF65-F5344CB8AC3E}">
        <p14:creationId xmlns:p14="http://schemas.microsoft.com/office/powerpoint/2010/main" val="2613122780"/>
      </p:ext>
    </p:extLst>
  </p:cSld>
  <p:clrMapOvr>
    <a:masterClrMapping/>
  </p:clrMapOvr>
  <p:transition>
    <p:fade/>
  </p:transition>
  <p:extLst>
    <p:ext uri="{DCECCB84-F9BA-43D5-87BE-67443E8EF086}">
      <p15:sldGuideLst xmlns:p15="http://schemas.microsoft.com/office/powerpoint/2012/main">
        <p15:guide id="3" orient="horz" pos="3456" userDrawn="1">
          <p15:clr>
            <a:srgbClr val="5ACBF0"/>
          </p15:clr>
        </p15:guide>
        <p15:guide id="6" pos="2557" userDrawn="1">
          <p15:clr>
            <a:srgbClr val="5ACBF0"/>
          </p15:clr>
        </p15:guide>
        <p15:guide id="7" pos="2745" userDrawn="1">
          <p15:clr>
            <a:srgbClr val="5ACBF0"/>
          </p15:clr>
        </p15:guide>
        <p15:guide id="8" pos="4937" userDrawn="1">
          <p15:clr>
            <a:srgbClr val="5ACBF0"/>
          </p15:clr>
        </p15:guide>
        <p15:guide id="9" pos="5124" userDrawn="1">
          <p15:clr>
            <a:srgbClr val="5ACBF0"/>
          </p15:clr>
        </p15:guide>
        <p15:guide id="10" orient="horz" pos="1139" userDrawn="1">
          <p15:clr>
            <a:srgbClr val="5ACBF0"/>
          </p15:clr>
        </p15:guide>
      </p15:sldGuideLst>
    </p:ext>
  </p:extLst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hree content with heading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1A0F91C1-B794-4B3E-A261-364FE4771323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584202" y="2024067"/>
            <a:ext cx="3475037" cy="307777"/>
          </a:xfrm>
        </p:spPr>
        <p:txBody>
          <a:bodyPr/>
          <a:lstStyle>
            <a:lvl1pPr marL="0" indent="0">
              <a:buNone/>
              <a:defRPr sz="2000" b="1"/>
            </a:lvl1pPr>
            <a:lvl2pPr marL="0" indent="0">
              <a:buNone/>
              <a:defRPr sz="2000" b="1"/>
            </a:lvl2pPr>
            <a:lvl3pPr marL="0" indent="0">
              <a:buNone/>
              <a:defRPr sz="2000" b="1"/>
            </a:lvl3pPr>
            <a:lvl4pPr marL="0" indent="0">
              <a:buNone/>
              <a:defRPr sz="2000" b="1"/>
            </a:lvl4pPr>
            <a:lvl5pPr marL="0" indent="0">
              <a:buNone/>
              <a:defRPr sz="2000" b="1"/>
            </a:lvl5pPr>
          </a:lstStyle>
          <a:p>
            <a:pPr lvl="0"/>
            <a:r>
              <a:rPr lang="en-US" dirty="0"/>
              <a:t>Click to edit heading </a:t>
            </a:r>
            <a:endParaRPr lang="en-GB" dirty="0"/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2047671E-2E0A-4489-899C-1D6A3B352222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584201" y="2611569"/>
            <a:ext cx="479620" cy="54000"/>
          </a:xfrm>
          <a:solidFill>
            <a:schemeClr val="bg2"/>
          </a:solidFill>
        </p:spPr>
        <p:txBody>
          <a:bodyPr/>
          <a:lstStyle>
            <a:lvl1pPr marL="0" indent="0">
              <a:buNone/>
              <a:defRPr sz="100"/>
            </a:lvl1pPr>
            <a:lvl2pPr marL="0" indent="0">
              <a:buNone/>
              <a:defRPr sz="100"/>
            </a:lvl2pPr>
            <a:lvl3pPr marL="0" indent="0">
              <a:buNone/>
              <a:defRPr sz="100"/>
            </a:lvl3pPr>
            <a:lvl4pPr marL="0" indent="0">
              <a:buNone/>
              <a:defRPr sz="100"/>
            </a:lvl4pPr>
            <a:lvl5pPr marL="0" indent="0">
              <a:buNone/>
              <a:defRPr sz="100"/>
            </a:lvl5pPr>
          </a:lstStyle>
          <a:p>
            <a:pPr lvl="0"/>
            <a:r>
              <a:rPr lang="en-GB" dirty="0"/>
              <a:t> </a:t>
            </a:r>
          </a:p>
        </p:txBody>
      </p:sp>
      <p:sp>
        <p:nvSpPr>
          <p:cNvPr id="17" name="Content Placeholder 16">
            <a:extLst>
              <a:ext uri="{FF2B5EF4-FFF2-40B4-BE49-F238E27FC236}">
                <a16:creationId xmlns:a16="http://schemas.microsoft.com/office/drawing/2014/main" id="{D194322E-67FD-4731-91FC-9B5B2B3A5FE6}"/>
              </a:ext>
            </a:extLst>
          </p:cNvPr>
          <p:cNvSpPr>
            <a:spLocks noGrp="1"/>
          </p:cNvSpPr>
          <p:nvPr>
            <p:ph sz="quarter" idx="12"/>
          </p:nvPr>
        </p:nvSpPr>
        <p:spPr>
          <a:xfrm>
            <a:off x="584201" y="2945298"/>
            <a:ext cx="3475037" cy="2788752"/>
          </a:xfrm>
        </p:spPr>
        <p:txBody>
          <a:bodyPr/>
          <a:lstStyle>
            <a:lvl1pPr>
              <a:defRPr sz="1000"/>
            </a:lvl1pPr>
            <a:lvl2pPr>
              <a:defRPr sz="1000"/>
            </a:lvl2pPr>
            <a:lvl3pPr>
              <a:defRPr sz="800"/>
            </a:lvl3pPr>
            <a:lvl4pPr>
              <a:defRPr sz="800"/>
            </a:lvl4pPr>
            <a:lvl5pPr>
              <a:defRPr sz="8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18" name="Text Placeholder 4">
            <a:extLst>
              <a:ext uri="{FF2B5EF4-FFF2-40B4-BE49-F238E27FC236}">
                <a16:creationId xmlns:a16="http://schemas.microsoft.com/office/drawing/2014/main" id="{32968B98-448E-47A5-B9E2-F68A957DA805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4356102" y="2024067"/>
            <a:ext cx="3475037" cy="307777"/>
          </a:xfrm>
        </p:spPr>
        <p:txBody>
          <a:bodyPr/>
          <a:lstStyle>
            <a:lvl1pPr marL="0" indent="0">
              <a:buNone/>
              <a:defRPr sz="2000" b="1"/>
            </a:lvl1pPr>
            <a:lvl2pPr marL="0" indent="0">
              <a:buNone/>
              <a:defRPr sz="2000" b="1"/>
            </a:lvl2pPr>
            <a:lvl3pPr marL="0" indent="0">
              <a:buNone/>
              <a:defRPr sz="2000" b="1"/>
            </a:lvl3pPr>
            <a:lvl4pPr marL="0" indent="0">
              <a:buNone/>
              <a:defRPr sz="2000" b="1"/>
            </a:lvl4pPr>
            <a:lvl5pPr marL="0" indent="0">
              <a:buNone/>
              <a:defRPr sz="2000" b="1"/>
            </a:lvl5pPr>
          </a:lstStyle>
          <a:p>
            <a:pPr lvl="0"/>
            <a:r>
              <a:rPr lang="en-US" dirty="0"/>
              <a:t>Click to edit heading </a:t>
            </a:r>
            <a:endParaRPr lang="en-GB" dirty="0"/>
          </a:p>
        </p:txBody>
      </p:sp>
      <p:sp>
        <p:nvSpPr>
          <p:cNvPr id="19" name="Text Placeholder 6">
            <a:extLst>
              <a:ext uri="{FF2B5EF4-FFF2-40B4-BE49-F238E27FC236}">
                <a16:creationId xmlns:a16="http://schemas.microsoft.com/office/drawing/2014/main" id="{A09AF88B-94B0-4951-950E-0E6532572980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4356101" y="2611569"/>
            <a:ext cx="479620" cy="54000"/>
          </a:xfrm>
          <a:solidFill>
            <a:schemeClr val="bg2"/>
          </a:solidFill>
        </p:spPr>
        <p:txBody>
          <a:bodyPr/>
          <a:lstStyle>
            <a:lvl1pPr marL="0" indent="0">
              <a:buNone/>
              <a:defRPr sz="100"/>
            </a:lvl1pPr>
            <a:lvl2pPr marL="0" indent="0">
              <a:buNone/>
              <a:defRPr sz="100"/>
            </a:lvl2pPr>
            <a:lvl3pPr marL="0" indent="0">
              <a:buNone/>
              <a:defRPr sz="100"/>
            </a:lvl3pPr>
            <a:lvl4pPr marL="0" indent="0">
              <a:buNone/>
              <a:defRPr sz="100"/>
            </a:lvl4pPr>
            <a:lvl5pPr marL="0" indent="0">
              <a:buNone/>
              <a:defRPr sz="100"/>
            </a:lvl5pPr>
          </a:lstStyle>
          <a:p>
            <a:pPr lvl="0"/>
            <a:r>
              <a:rPr lang="en-GB" dirty="0"/>
              <a:t> </a:t>
            </a:r>
          </a:p>
        </p:txBody>
      </p:sp>
      <p:sp>
        <p:nvSpPr>
          <p:cNvPr id="20" name="Content Placeholder 16">
            <a:extLst>
              <a:ext uri="{FF2B5EF4-FFF2-40B4-BE49-F238E27FC236}">
                <a16:creationId xmlns:a16="http://schemas.microsoft.com/office/drawing/2014/main" id="{1DFDCCC0-C216-43D7-9899-005148CAC5B0}"/>
              </a:ext>
            </a:extLst>
          </p:cNvPr>
          <p:cNvSpPr>
            <a:spLocks noGrp="1"/>
          </p:cNvSpPr>
          <p:nvPr>
            <p:ph sz="quarter" idx="15"/>
          </p:nvPr>
        </p:nvSpPr>
        <p:spPr>
          <a:xfrm>
            <a:off x="4356102" y="2945298"/>
            <a:ext cx="3475037" cy="2788752"/>
          </a:xfrm>
        </p:spPr>
        <p:txBody>
          <a:bodyPr/>
          <a:lstStyle>
            <a:lvl1pPr>
              <a:defRPr sz="1000"/>
            </a:lvl1pPr>
            <a:lvl2pPr>
              <a:defRPr sz="1000"/>
            </a:lvl2pPr>
            <a:lvl3pPr>
              <a:defRPr sz="800"/>
            </a:lvl3pPr>
            <a:lvl4pPr>
              <a:defRPr sz="800"/>
            </a:lvl4pPr>
            <a:lvl5pPr>
              <a:defRPr sz="8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21" name="Text Placeholder 4">
            <a:extLst>
              <a:ext uri="{FF2B5EF4-FFF2-40B4-BE49-F238E27FC236}">
                <a16:creationId xmlns:a16="http://schemas.microsoft.com/office/drawing/2014/main" id="{2841B3CC-F651-426F-BDBF-9505DCD7F924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8128002" y="2029782"/>
            <a:ext cx="3475037" cy="307777"/>
          </a:xfrm>
        </p:spPr>
        <p:txBody>
          <a:bodyPr/>
          <a:lstStyle>
            <a:lvl1pPr marL="0" indent="0">
              <a:buNone/>
              <a:defRPr sz="2000" b="1"/>
            </a:lvl1pPr>
            <a:lvl2pPr marL="0" indent="0">
              <a:buNone/>
              <a:defRPr sz="2000" b="1"/>
            </a:lvl2pPr>
            <a:lvl3pPr marL="0" indent="0">
              <a:buNone/>
              <a:defRPr sz="2000" b="1"/>
            </a:lvl3pPr>
            <a:lvl4pPr marL="0" indent="0">
              <a:buNone/>
              <a:defRPr sz="2000" b="1"/>
            </a:lvl4pPr>
            <a:lvl5pPr marL="0" indent="0">
              <a:buNone/>
              <a:defRPr sz="2000" b="1"/>
            </a:lvl5pPr>
          </a:lstStyle>
          <a:p>
            <a:pPr lvl="0"/>
            <a:r>
              <a:rPr lang="en-US" dirty="0"/>
              <a:t>Click to edit heading </a:t>
            </a:r>
            <a:endParaRPr lang="en-GB" dirty="0"/>
          </a:p>
        </p:txBody>
      </p:sp>
      <p:sp>
        <p:nvSpPr>
          <p:cNvPr id="22" name="Text Placeholder 6">
            <a:extLst>
              <a:ext uri="{FF2B5EF4-FFF2-40B4-BE49-F238E27FC236}">
                <a16:creationId xmlns:a16="http://schemas.microsoft.com/office/drawing/2014/main" id="{0B321F9A-F25D-4EEF-BA80-BFBD772AAC7E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8128002" y="2617284"/>
            <a:ext cx="479620" cy="54000"/>
          </a:xfrm>
          <a:solidFill>
            <a:schemeClr val="bg2"/>
          </a:solidFill>
        </p:spPr>
        <p:txBody>
          <a:bodyPr/>
          <a:lstStyle>
            <a:lvl1pPr marL="0" indent="0">
              <a:buNone/>
              <a:defRPr sz="100"/>
            </a:lvl1pPr>
            <a:lvl2pPr marL="0" indent="0">
              <a:buNone/>
              <a:defRPr sz="100"/>
            </a:lvl2pPr>
            <a:lvl3pPr marL="0" indent="0">
              <a:buNone/>
              <a:defRPr sz="100"/>
            </a:lvl3pPr>
            <a:lvl4pPr marL="0" indent="0">
              <a:buNone/>
              <a:defRPr sz="100"/>
            </a:lvl4pPr>
            <a:lvl5pPr marL="0" indent="0">
              <a:buNone/>
              <a:defRPr sz="100"/>
            </a:lvl5pPr>
          </a:lstStyle>
          <a:p>
            <a:pPr lvl="0"/>
            <a:r>
              <a:rPr lang="en-GB" dirty="0"/>
              <a:t> </a:t>
            </a:r>
          </a:p>
        </p:txBody>
      </p:sp>
      <p:sp>
        <p:nvSpPr>
          <p:cNvPr id="23" name="Content Placeholder 16">
            <a:extLst>
              <a:ext uri="{FF2B5EF4-FFF2-40B4-BE49-F238E27FC236}">
                <a16:creationId xmlns:a16="http://schemas.microsoft.com/office/drawing/2014/main" id="{7324DA3D-8837-4E90-8B42-BC383F017C2B}"/>
              </a:ext>
            </a:extLst>
          </p:cNvPr>
          <p:cNvSpPr>
            <a:spLocks noGrp="1"/>
          </p:cNvSpPr>
          <p:nvPr>
            <p:ph sz="quarter" idx="18"/>
          </p:nvPr>
        </p:nvSpPr>
        <p:spPr>
          <a:xfrm>
            <a:off x="8128000" y="2951013"/>
            <a:ext cx="3475037" cy="2788752"/>
          </a:xfrm>
        </p:spPr>
        <p:txBody>
          <a:bodyPr/>
          <a:lstStyle>
            <a:lvl1pPr>
              <a:defRPr sz="1000"/>
            </a:lvl1pPr>
            <a:lvl2pPr>
              <a:defRPr sz="1000"/>
            </a:lvl2pPr>
            <a:lvl3pPr>
              <a:defRPr sz="800"/>
            </a:lvl3pPr>
            <a:lvl4pPr>
              <a:defRPr sz="800"/>
            </a:lvl4pPr>
            <a:lvl5pPr>
              <a:defRPr sz="8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0CC2C5B4-0CEA-48E6-9BA2-F8B9CA5BE0B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</p:spTree>
    <p:extLst>
      <p:ext uri="{BB962C8B-B14F-4D97-AF65-F5344CB8AC3E}">
        <p14:creationId xmlns:p14="http://schemas.microsoft.com/office/powerpoint/2010/main" val="3568486435"/>
      </p:ext>
    </p:extLst>
  </p:cSld>
  <p:clrMapOvr>
    <a:masterClrMapping/>
  </p:clrMapOvr>
  <p:transition>
    <p:fade/>
  </p:transition>
  <p:extLst>
    <p:ext uri="{DCECCB84-F9BA-43D5-87BE-67443E8EF086}">
      <p15:sldGuideLst xmlns:p15="http://schemas.microsoft.com/office/powerpoint/2012/main">
        <p15:guide id="3" orient="horz" pos="3612" userDrawn="1">
          <p15:clr>
            <a:srgbClr val="5ACBF0"/>
          </p15:clr>
        </p15:guide>
        <p15:guide id="6" pos="2557" userDrawn="1">
          <p15:clr>
            <a:srgbClr val="5ACBF0"/>
          </p15:clr>
        </p15:guide>
        <p15:guide id="7" pos="2745" userDrawn="1">
          <p15:clr>
            <a:srgbClr val="5ACBF0"/>
          </p15:clr>
        </p15:guide>
        <p15:guide id="8" pos="4937" userDrawn="1">
          <p15:clr>
            <a:srgbClr val="5ACBF0"/>
          </p15:clr>
        </p15:guide>
        <p15:guide id="9" pos="5124" userDrawn="1">
          <p15:clr>
            <a:srgbClr val="5ACBF0"/>
          </p15:clr>
        </p15:guide>
        <p15:guide id="10" orient="horz" pos="1842" userDrawn="1">
          <p15:clr>
            <a:srgbClr val="5ACBF0"/>
          </p15:clr>
        </p15:guide>
        <p15:guide id="11" orient="horz" pos="1275" userDrawn="1">
          <p15:clr>
            <a:srgbClr val="5ACBF0"/>
          </p15:clr>
        </p15:guide>
      </p15:sldGuideLst>
    </p:ext>
  </p:extLst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hree Product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Rectangle 13">
            <a:extLst>
              <a:ext uri="{FF2B5EF4-FFF2-40B4-BE49-F238E27FC236}">
                <a16:creationId xmlns:a16="http://schemas.microsoft.com/office/drawing/2014/main" id="{0CA3A818-AA31-4BF6-A4C4-C805CCA29124}"/>
              </a:ext>
            </a:extLst>
          </p:cNvPr>
          <p:cNvSpPr/>
          <p:nvPr userDrawn="1"/>
        </p:nvSpPr>
        <p:spPr>
          <a:xfrm>
            <a:off x="588388" y="1361256"/>
            <a:ext cx="3473857" cy="4297680"/>
          </a:xfrm>
          <a:prstGeom prst="rect">
            <a:avLst/>
          </a:prstGeom>
          <a:solidFill>
            <a:srgbClr val="19181C"/>
          </a:solidFill>
          <a:ln w="25400" cap="flat" cmpd="sng" algn="ctr">
            <a:noFill/>
            <a:prstDash val="solid"/>
          </a:ln>
          <a:effectLst/>
        </p:spPr>
        <p:txBody>
          <a:bodyPr rtlCol="0" anchor="ctr"/>
          <a:lstStyle/>
          <a:p>
            <a:pPr marL="0" marR="0" lvl="0" indent="0" algn="ctr" defTabSz="914446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 panose="020B0604020202020204" pitchFamily="34" charset="0"/>
              <a:ea typeface="+mn-ea"/>
              <a:cs typeface="Arial" panose="020B0604020202020204" pitchFamily="34" charset="0"/>
            </a:endParaRPr>
          </a:p>
        </p:txBody>
      </p:sp>
      <p:sp>
        <p:nvSpPr>
          <p:cNvPr id="35" name="Text Placeholder 3">
            <a:extLst>
              <a:ext uri="{FF2B5EF4-FFF2-40B4-BE49-F238E27FC236}">
                <a16:creationId xmlns:a16="http://schemas.microsoft.com/office/drawing/2014/main" id="{7B003B0A-786C-4C57-B303-7A366B39C7DD}"/>
              </a:ext>
            </a:extLst>
          </p:cNvPr>
          <p:cNvSpPr>
            <a:spLocks noGrp="1"/>
          </p:cNvSpPr>
          <p:nvPr>
            <p:ph type="body" sz="quarter" idx="22" hasCustomPrompt="1"/>
          </p:nvPr>
        </p:nvSpPr>
        <p:spPr>
          <a:xfrm>
            <a:off x="585218" y="1304926"/>
            <a:ext cx="3473857" cy="690444"/>
          </a:xfrm>
          <a:solidFill>
            <a:srgbClr val="242428"/>
          </a:solidFill>
        </p:spPr>
        <p:txBody>
          <a:bodyPr lIns="72000" tIns="72000" rIns="72000" bIns="72000" anchor="ctr" anchorCtr="0">
            <a:noAutofit/>
          </a:bodyPr>
          <a:lstStyle>
            <a:lvl1pPr marL="0" indent="0" algn="ctr">
              <a:buNone/>
              <a:defRPr sz="1800" b="1">
                <a:solidFill>
                  <a:schemeClr val="bg1"/>
                </a:solidFill>
              </a:defRPr>
            </a:lvl1pPr>
            <a:lvl2pPr marL="0" indent="0" algn="ctr">
              <a:buNone/>
              <a:defRPr sz="1800" b="1">
                <a:solidFill>
                  <a:schemeClr val="bg1"/>
                </a:solidFill>
              </a:defRPr>
            </a:lvl2pPr>
            <a:lvl3pPr marL="0" indent="0" algn="ctr">
              <a:buNone/>
              <a:defRPr sz="1800" b="1">
                <a:solidFill>
                  <a:schemeClr val="bg1"/>
                </a:solidFill>
              </a:defRPr>
            </a:lvl3pPr>
            <a:lvl4pPr marL="0" indent="0" algn="ctr">
              <a:buNone/>
              <a:defRPr sz="1800" b="1">
                <a:solidFill>
                  <a:schemeClr val="bg1"/>
                </a:solidFill>
              </a:defRPr>
            </a:lvl4pPr>
            <a:lvl5pPr marL="0" indent="0" algn="ctr">
              <a:buNone/>
              <a:defRPr sz="1800" b="1">
                <a:solidFill>
                  <a:schemeClr val="bg1"/>
                </a:solidFill>
              </a:defRPr>
            </a:lvl5pPr>
          </a:lstStyle>
          <a:p>
            <a:pPr lvl="0"/>
            <a:r>
              <a:rPr lang="en-US" dirty="0"/>
              <a:t>Click to add heading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583C52E2-057A-4B53-8F31-B05DF775242F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816556" y="3898077"/>
            <a:ext cx="3017520" cy="1598666"/>
          </a:xfrm>
        </p:spPr>
        <p:txBody>
          <a:bodyPr>
            <a:noAutofit/>
          </a:bodyPr>
          <a:lstStyle>
            <a:lvl1pPr>
              <a:defRPr sz="1400">
                <a:solidFill>
                  <a:schemeClr val="bg1"/>
                </a:solidFill>
              </a:defRPr>
            </a:lvl1pPr>
            <a:lvl2pPr>
              <a:defRPr sz="1200">
                <a:solidFill>
                  <a:schemeClr val="bg1"/>
                </a:solidFill>
              </a:defRPr>
            </a:lvl2pPr>
            <a:lvl3pPr>
              <a:defRPr sz="1050">
                <a:solidFill>
                  <a:schemeClr val="bg1"/>
                </a:solidFill>
              </a:defRPr>
            </a:lvl3pPr>
            <a:lvl4pPr>
              <a:defRPr sz="1000">
                <a:solidFill>
                  <a:schemeClr val="bg1"/>
                </a:solidFill>
              </a:defRPr>
            </a:lvl4pPr>
            <a:lvl5pPr>
              <a:defRPr sz="1000">
                <a:solidFill>
                  <a:schemeClr val="bg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 dirty="0"/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C5D58E01-097F-41EB-809A-E7059986FF1B}"/>
              </a:ext>
            </a:extLst>
          </p:cNvPr>
          <p:cNvSpPr/>
          <p:nvPr userDrawn="1"/>
        </p:nvSpPr>
        <p:spPr bwMode="auto">
          <a:xfrm>
            <a:off x="588388" y="2001337"/>
            <a:ext cx="3473857" cy="1737360"/>
          </a:xfrm>
          <a:prstGeom prst="rect">
            <a:avLst/>
          </a:prstGeom>
          <a:gradFill flip="none" rotWithShape="1">
            <a:gsLst>
              <a:gs pos="100000">
                <a:srgbClr val="8D8C95">
                  <a:alpha val="2745"/>
                </a:srgbClr>
              </a:gs>
              <a:gs pos="0">
                <a:srgbClr val="8D8C95">
                  <a:alpha val="12941"/>
                </a:srgbClr>
              </a:gs>
            </a:gsLst>
            <a:lin ang="16200000" scaled="1"/>
            <a:tileRect/>
          </a:gradFill>
          <a:ln w="6350">
            <a:noFill/>
          </a:ln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82880" tIns="146304" rIns="182880" bIns="146304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l" defTabSz="932519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0" lang="en-US" sz="2000" b="0" i="0" u="none" strike="noStrike" kern="1200" cap="none" spc="0" normalizeH="0" baseline="0" noProof="0">
              <a:ln>
                <a:noFill/>
              </a:ln>
              <a:gradFill>
                <a:gsLst>
                  <a:gs pos="0">
                    <a:srgbClr val="FFFFFF"/>
                  </a:gs>
                  <a:gs pos="100000">
                    <a:srgbClr val="FFFFFF"/>
                  </a:gs>
                </a:gsLst>
                <a:lin ang="5400000" scaled="0"/>
              </a:gradFill>
              <a:effectLst/>
              <a:uLnTx/>
              <a:uFillTx/>
              <a:latin typeface="Arial" panose="020B0604020202020204"/>
              <a:ea typeface="Segoe UI" pitchFamily="34" charset="0"/>
              <a:cs typeface="Segoe UI" pitchFamily="34" charset="0"/>
            </a:endParaRPr>
          </a:p>
        </p:txBody>
      </p:sp>
      <p:sp>
        <p:nvSpPr>
          <p:cNvPr id="9" name="Picture Placeholder" descr="This photo is a 'placeholder' only. Drag or drop your photo here, or click and tap the center to insert a photo.">
            <a:extLst>
              <a:ext uri="{FF2B5EF4-FFF2-40B4-BE49-F238E27FC236}">
                <a16:creationId xmlns:a16="http://schemas.microsoft.com/office/drawing/2014/main" id="{1231301F-62BD-4CF6-8990-CDF00AFC8CCF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 bwMode="gray">
          <a:xfrm>
            <a:off x="816556" y="2166689"/>
            <a:ext cx="3017520" cy="1394729"/>
          </a:xfrm>
          <a:pattFill prst="wdUpDiag">
            <a:fgClr>
              <a:schemeClr val="accent1">
                <a:lumMod val="50000"/>
              </a:schemeClr>
            </a:fgClr>
            <a:bgClr>
              <a:schemeClr val="tx2">
                <a:lumMod val="50000"/>
              </a:schemeClr>
            </a:bgClr>
          </a:pattFill>
        </p:spPr>
        <p:txBody>
          <a:bodyPr lIns="0" tIns="180000" rIns="0" bIns="1005840" anchor="ctr" anchorCtr="0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1000" b="1">
                <a:solidFill>
                  <a:srgbClr val="FFFFFF"/>
                </a:solidFill>
                <a:latin typeface="+mn-lt"/>
                <a:cs typeface="Segoe UI" panose="020B0502040204020203" pitchFamily="34" charset="0"/>
              </a:defRPr>
            </a:lvl1pPr>
          </a:lstStyle>
          <a:p>
            <a:r>
              <a:rPr lang="en-US" dirty="0"/>
              <a:t>Drag &amp; drop your photo here </a:t>
            </a:r>
            <a:br>
              <a:rPr lang="en-US" dirty="0"/>
            </a:br>
            <a:r>
              <a:rPr lang="en-US" dirty="0"/>
              <a:t>or click or tap icon below </a:t>
            </a:r>
            <a:br>
              <a:rPr lang="en-US" dirty="0"/>
            </a:br>
            <a:r>
              <a:rPr lang="en-US" dirty="0"/>
              <a:t>to insert</a:t>
            </a:r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7EEE3E95-B158-4C86-84DF-A9A13E023DB6}"/>
              </a:ext>
            </a:extLst>
          </p:cNvPr>
          <p:cNvSpPr/>
          <p:nvPr userDrawn="1"/>
        </p:nvSpPr>
        <p:spPr>
          <a:xfrm>
            <a:off x="4359073" y="1361256"/>
            <a:ext cx="3473857" cy="4297680"/>
          </a:xfrm>
          <a:prstGeom prst="rect">
            <a:avLst/>
          </a:prstGeom>
          <a:solidFill>
            <a:srgbClr val="19181C"/>
          </a:solidFill>
          <a:ln w="25400" cap="flat" cmpd="sng" algn="ctr">
            <a:noFill/>
            <a:prstDash val="solid"/>
          </a:ln>
          <a:effectLst/>
        </p:spPr>
        <p:txBody>
          <a:bodyPr rtlCol="0" anchor="ctr"/>
          <a:lstStyle/>
          <a:p>
            <a:pPr marL="0" marR="0" lvl="0" indent="0" algn="ctr" defTabSz="914446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 panose="020B0604020202020204" pitchFamily="34" charset="0"/>
              <a:ea typeface="+mn-ea"/>
              <a:cs typeface="Arial" panose="020B0604020202020204" pitchFamily="34" charset="0"/>
            </a:endParaRPr>
          </a:p>
        </p:txBody>
      </p:sp>
      <p:sp>
        <p:nvSpPr>
          <p:cNvPr id="26" name="Text Placeholder 6">
            <a:extLst>
              <a:ext uri="{FF2B5EF4-FFF2-40B4-BE49-F238E27FC236}">
                <a16:creationId xmlns:a16="http://schemas.microsoft.com/office/drawing/2014/main" id="{721E2461-F046-4629-B68B-D8EE0ED76B5C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>
          <a:xfrm>
            <a:off x="4587240" y="3898077"/>
            <a:ext cx="3017520" cy="1598666"/>
          </a:xfrm>
        </p:spPr>
        <p:txBody>
          <a:bodyPr>
            <a:noAutofit/>
          </a:bodyPr>
          <a:lstStyle>
            <a:lvl1pPr>
              <a:defRPr sz="1400">
                <a:solidFill>
                  <a:schemeClr val="bg1"/>
                </a:solidFill>
              </a:defRPr>
            </a:lvl1pPr>
            <a:lvl2pPr>
              <a:defRPr sz="1200">
                <a:solidFill>
                  <a:schemeClr val="bg1"/>
                </a:solidFill>
              </a:defRPr>
            </a:lvl2pPr>
            <a:lvl3pPr>
              <a:defRPr sz="1050">
                <a:solidFill>
                  <a:schemeClr val="bg1"/>
                </a:solidFill>
              </a:defRPr>
            </a:lvl3pPr>
            <a:lvl4pPr>
              <a:defRPr sz="1000">
                <a:solidFill>
                  <a:schemeClr val="bg1"/>
                </a:solidFill>
              </a:defRPr>
            </a:lvl4pPr>
            <a:lvl5pPr>
              <a:defRPr sz="1000">
                <a:solidFill>
                  <a:schemeClr val="bg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 dirty="0"/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2F76B0EA-9AD2-41EB-ADA3-35F181847420}"/>
              </a:ext>
            </a:extLst>
          </p:cNvPr>
          <p:cNvSpPr/>
          <p:nvPr userDrawn="1"/>
        </p:nvSpPr>
        <p:spPr bwMode="auto">
          <a:xfrm>
            <a:off x="4359073" y="2001337"/>
            <a:ext cx="3473857" cy="1737360"/>
          </a:xfrm>
          <a:prstGeom prst="rect">
            <a:avLst/>
          </a:prstGeom>
          <a:gradFill flip="none" rotWithShape="1">
            <a:gsLst>
              <a:gs pos="100000">
                <a:srgbClr val="8D8C95">
                  <a:alpha val="2745"/>
                </a:srgbClr>
              </a:gs>
              <a:gs pos="0">
                <a:srgbClr val="8D8C95">
                  <a:alpha val="12941"/>
                </a:srgbClr>
              </a:gs>
            </a:gsLst>
            <a:lin ang="16200000" scaled="1"/>
            <a:tileRect/>
          </a:gradFill>
          <a:ln w="6350">
            <a:noFill/>
          </a:ln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82880" tIns="146304" rIns="182880" bIns="146304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l" defTabSz="932519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0" lang="en-US" sz="2000" b="0" i="0" u="none" strike="noStrike" kern="1200" cap="none" spc="0" normalizeH="0" baseline="0" noProof="0">
              <a:ln>
                <a:noFill/>
              </a:ln>
              <a:gradFill>
                <a:gsLst>
                  <a:gs pos="0">
                    <a:srgbClr val="FFFFFF"/>
                  </a:gs>
                  <a:gs pos="100000">
                    <a:srgbClr val="FFFFFF"/>
                  </a:gs>
                </a:gsLst>
                <a:lin ang="5400000" scaled="0"/>
              </a:gradFill>
              <a:effectLst/>
              <a:uLnTx/>
              <a:uFillTx/>
              <a:latin typeface="Arial" panose="020B0604020202020204"/>
              <a:ea typeface="Segoe UI" pitchFamily="34" charset="0"/>
              <a:cs typeface="Segoe UI" pitchFamily="34" charset="0"/>
            </a:endParaRPr>
          </a:p>
        </p:txBody>
      </p:sp>
      <p:sp>
        <p:nvSpPr>
          <p:cNvPr id="28" name="Picture Placeholder" descr="This photo is a 'placeholder' only. Drag or drop your photo here, or click and tap the center to insert a photo.">
            <a:extLst>
              <a:ext uri="{FF2B5EF4-FFF2-40B4-BE49-F238E27FC236}">
                <a16:creationId xmlns:a16="http://schemas.microsoft.com/office/drawing/2014/main" id="{D6D6B7E8-8355-48AE-AA16-7F356A160BC0}"/>
              </a:ext>
            </a:extLst>
          </p:cNvPr>
          <p:cNvSpPr>
            <a:spLocks noGrp="1"/>
          </p:cNvSpPr>
          <p:nvPr>
            <p:ph type="pic" sz="quarter" idx="18" hasCustomPrompt="1"/>
          </p:nvPr>
        </p:nvSpPr>
        <p:spPr bwMode="gray">
          <a:xfrm>
            <a:off x="4587240" y="2166689"/>
            <a:ext cx="3017520" cy="1394729"/>
          </a:xfrm>
          <a:pattFill prst="wdUpDiag">
            <a:fgClr>
              <a:schemeClr val="accent1">
                <a:lumMod val="50000"/>
              </a:schemeClr>
            </a:fgClr>
            <a:bgClr>
              <a:schemeClr val="tx2">
                <a:lumMod val="50000"/>
              </a:schemeClr>
            </a:bgClr>
          </a:pattFill>
        </p:spPr>
        <p:txBody>
          <a:bodyPr lIns="0" tIns="180000" rIns="0" bIns="1005840" anchor="ctr" anchorCtr="0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1000" b="1">
                <a:solidFill>
                  <a:srgbClr val="FFFFFF"/>
                </a:solidFill>
                <a:latin typeface="+mn-lt"/>
                <a:cs typeface="Segoe UI" panose="020B0502040204020203" pitchFamily="34" charset="0"/>
              </a:defRPr>
            </a:lvl1pPr>
          </a:lstStyle>
          <a:p>
            <a:r>
              <a:rPr lang="en-US" dirty="0"/>
              <a:t>Drag &amp; drop your photo here </a:t>
            </a:r>
            <a:br>
              <a:rPr lang="en-US" dirty="0"/>
            </a:br>
            <a:r>
              <a:rPr lang="en-US" dirty="0"/>
              <a:t>or click or tap icon below </a:t>
            </a:r>
            <a:br>
              <a:rPr lang="en-US" dirty="0"/>
            </a:br>
            <a:r>
              <a:rPr lang="en-US" dirty="0"/>
              <a:t>to insert</a:t>
            </a:r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6D0F26A8-11EC-43E1-8523-7B0228D9735B}"/>
              </a:ext>
            </a:extLst>
          </p:cNvPr>
          <p:cNvSpPr/>
          <p:nvPr userDrawn="1"/>
        </p:nvSpPr>
        <p:spPr>
          <a:xfrm>
            <a:off x="8129757" y="1355289"/>
            <a:ext cx="3473857" cy="4297680"/>
          </a:xfrm>
          <a:prstGeom prst="rect">
            <a:avLst/>
          </a:prstGeom>
          <a:solidFill>
            <a:srgbClr val="19181C"/>
          </a:solidFill>
          <a:ln w="25400" cap="flat" cmpd="sng" algn="ctr">
            <a:noFill/>
            <a:prstDash val="solid"/>
          </a:ln>
          <a:effectLst/>
        </p:spPr>
        <p:txBody>
          <a:bodyPr rtlCol="0" anchor="ctr"/>
          <a:lstStyle/>
          <a:p>
            <a:pPr marL="0" marR="0" lvl="0" indent="0" algn="ctr" defTabSz="914446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 panose="020B0604020202020204" pitchFamily="34" charset="0"/>
              <a:ea typeface="+mn-ea"/>
              <a:cs typeface="Arial" panose="020B0604020202020204" pitchFamily="34" charset="0"/>
            </a:endParaRPr>
          </a:p>
        </p:txBody>
      </p:sp>
      <p:sp>
        <p:nvSpPr>
          <p:cNvPr id="32" name="Text Placeholder 6">
            <a:extLst>
              <a:ext uri="{FF2B5EF4-FFF2-40B4-BE49-F238E27FC236}">
                <a16:creationId xmlns:a16="http://schemas.microsoft.com/office/drawing/2014/main" id="{B08E5BD0-8E67-461B-B922-64413A6BE117}"/>
              </a:ext>
            </a:extLst>
          </p:cNvPr>
          <p:cNvSpPr>
            <a:spLocks noGrp="1"/>
          </p:cNvSpPr>
          <p:nvPr>
            <p:ph type="body" sz="quarter" idx="19"/>
          </p:nvPr>
        </p:nvSpPr>
        <p:spPr>
          <a:xfrm>
            <a:off x="8357924" y="3892110"/>
            <a:ext cx="3017520" cy="1598666"/>
          </a:xfrm>
        </p:spPr>
        <p:txBody>
          <a:bodyPr>
            <a:noAutofit/>
          </a:bodyPr>
          <a:lstStyle>
            <a:lvl1pPr>
              <a:defRPr sz="1400">
                <a:solidFill>
                  <a:schemeClr val="bg1"/>
                </a:solidFill>
              </a:defRPr>
            </a:lvl1pPr>
            <a:lvl2pPr>
              <a:defRPr sz="1200">
                <a:solidFill>
                  <a:schemeClr val="bg1"/>
                </a:solidFill>
              </a:defRPr>
            </a:lvl2pPr>
            <a:lvl3pPr>
              <a:defRPr sz="1050">
                <a:solidFill>
                  <a:schemeClr val="bg1"/>
                </a:solidFill>
              </a:defRPr>
            </a:lvl3pPr>
            <a:lvl4pPr>
              <a:defRPr sz="1000">
                <a:solidFill>
                  <a:schemeClr val="bg1"/>
                </a:solidFill>
              </a:defRPr>
            </a:lvl4pPr>
            <a:lvl5pPr>
              <a:defRPr sz="1000">
                <a:solidFill>
                  <a:schemeClr val="bg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 dirty="0"/>
          </a:p>
        </p:txBody>
      </p:sp>
      <p:sp>
        <p:nvSpPr>
          <p:cNvPr id="33" name="Rectangle 32">
            <a:extLst>
              <a:ext uri="{FF2B5EF4-FFF2-40B4-BE49-F238E27FC236}">
                <a16:creationId xmlns:a16="http://schemas.microsoft.com/office/drawing/2014/main" id="{2A17C328-65EC-49F9-96BC-655F5BDAE853}"/>
              </a:ext>
            </a:extLst>
          </p:cNvPr>
          <p:cNvSpPr/>
          <p:nvPr userDrawn="1"/>
        </p:nvSpPr>
        <p:spPr bwMode="auto">
          <a:xfrm>
            <a:off x="8129757" y="1995370"/>
            <a:ext cx="3473857" cy="1737360"/>
          </a:xfrm>
          <a:prstGeom prst="rect">
            <a:avLst/>
          </a:prstGeom>
          <a:gradFill flip="none" rotWithShape="1">
            <a:gsLst>
              <a:gs pos="100000">
                <a:srgbClr val="8D8C95">
                  <a:alpha val="2745"/>
                </a:srgbClr>
              </a:gs>
              <a:gs pos="0">
                <a:srgbClr val="8D8C95">
                  <a:alpha val="12941"/>
                </a:srgbClr>
              </a:gs>
            </a:gsLst>
            <a:lin ang="16200000" scaled="1"/>
            <a:tileRect/>
          </a:gradFill>
          <a:ln w="6350">
            <a:noFill/>
          </a:ln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82880" tIns="146304" rIns="182880" bIns="146304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l" defTabSz="932519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0" lang="en-US" sz="2000" b="0" i="0" u="none" strike="noStrike" kern="1200" cap="none" spc="0" normalizeH="0" baseline="0" noProof="0">
              <a:ln>
                <a:noFill/>
              </a:ln>
              <a:gradFill>
                <a:gsLst>
                  <a:gs pos="0">
                    <a:srgbClr val="FFFFFF"/>
                  </a:gs>
                  <a:gs pos="100000">
                    <a:srgbClr val="FFFFFF"/>
                  </a:gs>
                </a:gsLst>
                <a:lin ang="5400000" scaled="0"/>
              </a:gradFill>
              <a:effectLst/>
              <a:uLnTx/>
              <a:uFillTx/>
              <a:latin typeface="Arial" panose="020B0604020202020204"/>
              <a:ea typeface="Segoe UI" pitchFamily="34" charset="0"/>
              <a:cs typeface="Segoe UI" pitchFamily="34" charset="0"/>
            </a:endParaRPr>
          </a:p>
        </p:txBody>
      </p:sp>
      <p:sp>
        <p:nvSpPr>
          <p:cNvPr id="34" name="Picture Placeholder" descr="This photo is a 'placeholder' only. Drag or drop your photo here, or click and tap the center to insert a photo.">
            <a:extLst>
              <a:ext uri="{FF2B5EF4-FFF2-40B4-BE49-F238E27FC236}">
                <a16:creationId xmlns:a16="http://schemas.microsoft.com/office/drawing/2014/main" id="{9E0EE21D-2571-4587-82C6-AF23D68068EF}"/>
              </a:ext>
            </a:extLst>
          </p:cNvPr>
          <p:cNvSpPr>
            <a:spLocks noGrp="1"/>
          </p:cNvSpPr>
          <p:nvPr>
            <p:ph type="pic" sz="quarter" idx="20" hasCustomPrompt="1"/>
          </p:nvPr>
        </p:nvSpPr>
        <p:spPr bwMode="gray">
          <a:xfrm>
            <a:off x="8357924" y="2160722"/>
            <a:ext cx="3017520" cy="1394729"/>
          </a:xfrm>
          <a:pattFill prst="wdUpDiag">
            <a:fgClr>
              <a:schemeClr val="accent1">
                <a:lumMod val="50000"/>
              </a:schemeClr>
            </a:fgClr>
            <a:bgClr>
              <a:schemeClr val="tx2">
                <a:lumMod val="50000"/>
              </a:schemeClr>
            </a:bgClr>
          </a:pattFill>
        </p:spPr>
        <p:txBody>
          <a:bodyPr lIns="0" tIns="180000" rIns="0" bIns="1005840" anchor="ctr" anchorCtr="0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1000" b="1">
                <a:solidFill>
                  <a:srgbClr val="FFFFFF"/>
                </a:solidFill>
                <a:latin typeface="+mn-lt"/>
                <a:cs typeface="Segoe UI" panose="020B0502040204020203" pitchFamily="34" charset="0"/>
              </a:defRPr>
            </a:lvl1pPr>
          </a:lstStyle>
          <a:p>
            <a:r>
              <a:rPr lang="en-US" dirty="0"/>
              <a:t>Drag &amp; drop your photo here </a:t>
            </a:r>
            <a:br>
              <a:rPr lang="en-US" dirty="0"/>
            </a:br>
            <a:r>
              <a:rPr lang="en-US" dirty="0"/>
              <a:t>or click or tap icon below </a:t>
            </a:r>
            <a:br>
              <a:rPr lang="en-US" dirty="0"/>
            </a:br>
            <a:r>
              <a:rPr lang="en-US" dirty="0"/>
              <a:t>to insert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0AA714D4-57F9-4476-BAC0-86F4ED06D1EB}"/>
              </a:ext>
            </a:extLst>
          </p:cNvPr>
          <p:cNvSpPr>
            <a:spLocks noGrp="1"/>
          </p:cNvSpPr>
          <p:nvPr>
            <p:ph type="body" sz="quarter" idx="21"/>
          </p:nvPr>
        </p:nvSpPr>
        <p:spPr>
          <a:xfrm>
            <a:off x="588382" y="5812349"/>
            <a:ext cx="11015231" cy="487868"/>
          </a:xfrm>
        </p:spPr>
        <p:txBody>
          <a:bodyPr anchor="ctr" anchorCtr="0">
            <a:noAutofit/>
          </a:bodyPr>
          <a:lstStyle>
            <a:lvl1pPr marL="0" indent="0" algn="ctr">
              <a:buNone/>
              <a:defRPr sz="2800"/>
            </a:lvl1pPr>
            <a:lvl2pPr marL="0" indent="0" algn="ctr">
              <a:buNone/>
              <a:defRPr sz="2800"/>
            </a:lvl2pPr>
            <a:lvl3pPr marL="0" indent="0" algn="ctr">
              <a:buNone/>
              <a:defRPr sz="2800"/>
            </a:lvl3pPr>
            <a:lvl4pPr marL="0" indent="0" algn="ctr">
              <a:buNone/>
              <a:defRPr sz="2800"/>
            </a:lvl4pPr>
            <a:lvl5pPr marL="0" indent="0" algn="ctr">
              <a:buNone/>
              <a:defRPr sz="28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 dirty="0"/>
          </a:p>
        </p:txBody>
      </p:sp>
      <p:sp>
        <p:nvSpPr>
          <p:cNvPr id="36" name="Text Placeholder 3">
            <a:extLst>
              <a:ext uri="{FF2B5EF4-FFF2-40B4-BE49-F238E27FC236}">
                <a16:creationId xmlns:a16="http://schemas.microsoft.com/office/drawing/2014/main" id="{82B82D46-6BE4-4842-99AA-5D585A8411A9}"/>
              </a:ext>
            </a:extLst>
          </p:cNvPr>
          <p:cNvSpPr>
            <a:spLocks noGrp="1"/>
          </p:cNvSpPr>
          <p:nvPr>
            <p:ph type="body" sz="quarter" idx="23" hasCustomPrompt="1"/>
          </p:nvPr>
        </p:nvSpPr>
        <p:spPr>
          <a:xfrm>
            <a:off x="4355902" y="1304926"/>
            <a:ext cx="3473857" cy="690444"/>
          </a:xfrm>
          <a:solidFill>
            <a:srgbClr val="242428"/>
          </a:solidFill>
        </p:spPr>
        <p:txBody>
          <a:bodyPr lIns="72000" tIns="72000" rIns="72000" bIns="72000" anchor="ctr" anchorCtr="0">
            <a:noAutofit/>
          </a:bodyPr>
          <a:lstStyle>
            <a:lvl1pPr marL="0" indent="0" algn="ctr">
              <a:buNone/>
              <a:defRPr sz="1800" b="1">
                <a:solidFill>
                  <a:schemeClr val="bg1"/>
                </a:solidFill>
              </a:defRPr>
            </a:lvl1pPr>
            <a:lvl2pPr marL="0" indent="0" algn="ctr">
              <a:buNone/>
              <a:defRPr sz="1800" b="1">
                <a:solidFill>
                  <a:schemeClr val="bg1"/>
                </a:solidFill>
              </a:defRPr>
            </a:lvl2pPr>
            <a:lvl3pPr marL="0" indent="0" algn="ctr">
              <a:buNone/>
              <a:defRPr sz="1800" b="1">
                <a:solidFill>
                  <a:schemeClr val="bg1"/>
                </a:solidFill>
              </a:defRPr>
            </a:lvl3pPr>
            <a:lvl4pPr marL="0" indent="0" algn="ctr">
              <a:buNone/>
              <a:defRPr sz="1800" b="1">
                <a:solidFill>
                  <a:schemeClr val="bg1"/>
                </a:solidFill>
              </a:defRPr>
            </a:lvl4pPr>
            <a:lvl5pPr marL="0" indent="0" algn="ctr">
              <a:buNone/>
              <a:defRPr sz="1800" b="1">
                <a:solidFill>
                  <a:schemeClr val="bg1"/>
                </a:solidFill>
              </a:defRPr>
            </a:lvl5pPr>
          </a:lstStyle>
          <a:p>
            <a:pPr lvl="0"/>
            <a:r>
              <a:rPr lang="en-US" dirty="0"/>
              <a:t>Click to add heading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37" name="Text Placeholder 3">
            <a:extLst>
              <a:ext uri="{FF2B5EF4-FFF2-40B4-BE49-F238E27FC236}">
                <a16:creationId xmlns:a16="http://schemas.microsoft.com/office/drawing/2014/main" id="{2921C6F5-BAE0-41B0-A919-ABDAF35DADBC}"/>
              </a:ext>
            </a:extLst>
          </p:cNvPr>
          <p:cNvSpPr>
            <a:spLocks noGrp="1"/>
          </p:cNvSpPr>
          <p:nvPr>
            <p:ph type="body" sz="quarter" idx="24" hasCustomPrompt="1"/>
          </p:nvPr>
        </p:nvSpPr>
        <p:spPr>
          <a:xfrm>
            <a:off x="8132926" y="1304926"/>
            <a:ext cx="3473857" cy="690444"/>
          </a:xfrm>
          <a:solidFill>
            <a:srgbClr val="242428"/>
          </a:solidFill>
        </p:spPr>
        <p:txBody>
          <a:bodyPr lIns="72000" tIns="72000" rIns="72000" bIns="72000" anchor="ctr" anchorCtr="0">
            <a:noAutofit/>
          </a:bodyPr>
          <a:lstStyle>
            <a:lvl1pPr marL="0" indent="0" algn="ctr">
              <a:buNone/>
              <a:defRPr sz="1800" b="1">
                <a:solidFill>
                  <a:schemeClr val="bg1"/>
                </a:solidFill>
              </a:defRPr>
            </a:lvl1pPr>
            <a:lvl2pPr marL="0" indent="0" algn="ctr">
              <a:buNone/>
              <a:defRPr sz="1800" b="1">
                <a:solidFill>
                  <a:schemeClr val="bg1"/>
                </a:solidFill>
              </a:defRPr>
            </a:lvl2pPr>
            <a:lvl3pPr marL="0" indent="0" algn="ctr">
              <a:buNone/>
              <a:defRPr sz="1800" b="1">
                <a:solidFill>
                  <a:schemeClr val="bg1"/>
                </a:solidFill>
              </a:defRPr>
            </a:lvl3pPr>
            <a:lvl4pPr marL="0" indent="0" algn="ctr">
              <a:buNone/>
              <a:defRPr sz="1800" b="1">
                <a:solidFill>
                  <a:schemeClr val="bg1"/>
                </a:solidFill>
              </a:defRPr>
            </a:lvl4pPr>
            <a:lvl5pPr marL="0" indent="0" algn="ctr">
              <a:buNone/>
              <a:defRPr sz="1800" b="1">
                <a:solidFill>
                  <a:schemeClr val="bg1"/>
                </a:solidFill>
              </a:defRPr>
            </a:lvl5pPr>
          </a:lstStyle>
          <a:p>
            <a:pPr lvl="0"/>
            <a:r>
              <a:rPr lang="en-US" dirty="0"/>
              <a:t>Click to add heading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38" name="Title 1">
            <a:extLst>
              <a:ext uri="{FF2B5EF4-FFF2-40B4-BE49-F238E27FC236}">
                <a16:creationId xmlns:a16="http://schemas.microsoft.com/office/drawing/2014/main" id="{3C91994A-3654-4C3E-A312-4B73609F51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88264" y="591793"/>
            <a:ext cx="11018521" cy="430887"/>
          </a:xfrm>
        </p:spPr>
        <p:txBody>
          <a:bodyPr anchor="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297005379"/>
      </p:ext>
    </p:extLst>
  </p:cSld>
  <p:clrMapOvr>
    <a:masterClrMapping/>
  </p:clrMapOvr>
  <p:transition>
    <p:fade/>
  </p:transition>
  <p:extLst>
    <p:ext uri="{DCECCB84-F9BA-43D5-87BE-67443E8EF086}">
      <p15:sldGuideLst xmlns:p15="http://schemas.microsoft.com/office/powerpoint/2012/main">
        <p15:guide id="6" pos="2557" userDrawn="1">
          <p15:clr>
            <a:srgbClr val="5ACBF0"/>
          </p15:clr>
        </p15:guide>
        <p15:guide id="7" pos="2745" userDrawn="1">
          <p15:clr>
            <a:srgbClr val="5ACBF0"/>
          </p15:clr>
        </p15:guide>
        <p15:guide id="8" pos="4937" userDrawn="1">
          <p15:clr>
            <a:srgbClr val="5ACBF0"/>
          </p15:clr>
        </p15:guide>
        <p15:guide id="9" pos="5124" userDrawn="1">
          <p15:clr>
            <a:srgbClr val="5ACBF0"/>
          </p15:clr>
        </p15:guide>
        <p15:guide id="10" orient="horz" pos="822" userDrawn="1">
          <p15:clr>
            <a:srgbClr val="5ACBF0"/>
          </p15:clr>
        </p15:guide>
      </p15:sldGuideLst>
    </p:ext>
  </p:extLst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Four picture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AE833B58-0629-4A46-8711-902C16A99314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582613" y="4543644"/>
            <a:ext cx="2532889" cy="1725397"/>
          </a:xfrm>
        </p:spPr>
        <p:txBody>
          <a:bodyPr>
            <a:normAutofit/>
          </a:bodyPr>
          <a:lstStyle>
            <a:lvl1pPr marL="0" indent="0" algn="ctr">
              <a:spcBef>
                <a:spcPts val="0"/>
              </a:spcBef>
              <a:buNone/>
              <a:defRPr sz="1600"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9" name="Picture Placeholder" descr="This photo is a 'placeholder' only. Drag or drop your photo here, or click and tap the center to insert a photo.">
            <a:extLst>
              <a:ext uri="{FF2B5EF4-FFF2-40B4-BE49-F238E27FC236}">
                <a16:creationId xmlns:a16="http://schemas.microsoft.com/office/drawing/2014/main" id="{1231301F-62BD-4CF6-8990-CDF00AFC8CCF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 bwMode="gray">
          <a:xfrm>
            <a:off x="582612" y="1815353"/>
            <a:ext cx="2532889" cy="2532888"/>
          </a:xfrm>
          <a:pattFill prst="wdUpDiag">
            <a:fgClr>
              <a:schemeClr val="accent1">
                <a:lumMod val="50000"/>
              </a:schemeClr>
            </a:fgClr>
            <a:bgClr>
              <a:schemeClr val="tx2">
                <a:lumMod val="50000"/>
              </a:schemeClr>
            </a:bgClr>
          </a:pattFill>
        </p:spPr>
        <p:txBody>
          <a:bodyPr lIns="0" tIns="360000" rIns="0" bIns="0" anchor="t" anchorCtr="0">
            <a:noAutofit/>
          </a:bodyPr>
          <a:lstStyle>
            <a:lvl1pPr marL="0" indent="0" algn="ctr">
              <a:lnSpc>
                <a:spcPct val="100000"/>
              </a:lnSpc>
              <a:buNone/>
              <a:defRPr sz="1000" b="1">
                <a:solidFill>
                  <a:srgbClr val="FFFFFF"/>
                </a:solidFill>
                <a:latin typeface="+mn-lt"/>
                <a:cs typeface="Segoe UI" panose="020B0502040204020203" pitchFamily="34" charset="0"/>
              </a:defRPr>
            </a:lvl1pPr>
          </a:lstStyle>
          <a:p>
            <a:r>
              <a:rPr lang="en-US" dirty="0"/>
              <a:t>Drag &amp; drop your photo here </a:t>
            </a:r>
            <a:br>
              <a:rPr lang="en-US" dirty="0"/>
            </a:br>
            <a:r>
              <a:rPr lang="en-US" dirty="0"/>
              <a:t>or click or tap icon below </a:t>
            </a:r>
            <a:br>
              <a:rPr lang="en-US" dirty="0"/>
            </a:br>
            <a:r>
              <a:rPr lang="en-US" dirty="0"/>
              <a:t>to insert</a:t>
            </a:r>
          </a:p>
        </p:txBody>
      </p:sp>
      <p:sp>
        <p:nvSpPr>
          <p:cNvPr id="12" name="Text Placeholder 3">
            <a:extLst>
              <a:ext uri="{FF2B5EF4-FFF2-40B4-BE49-F238E27FC236}">
                <a16:creationId xmlns:a16="http://schemas.microsoft.com/office/drawing/2014/main" id="{7E8A9C08-F392-459F-B90B-EDBF4A830C55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>
          <a:xfrm>
            <a:off x="3413908" y="4543644"/>
            <a:ext cx="2532889" cy="1725397"/>
          </a:xfrm>
        </p:spPr>
        <p:txBody>
          <a:bodyPr>
            <a:normAutofit/>
          </a:bodyPr>
          <a:lstStyle>
            <a:lvl1pPr marL="0" indent="0" algn="ctr">
              <a:spcBef>
                <a:spcPts val="0"/>
              </a:spcBef>
              <a:buNone/>
              <a:defRPr sz="1600"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0" name="Picture Placeholder" descr="This photo is a 'placeholder' only. Drag or drop your photo here, or click and tap the center to insert a photo.">
            <a:extLst>
              <a:ext uri="{FF2B5EF4-FFF2-40B4-BE49-F238E27FC236}">
                <a16:creationId xmlns:a16="http://schemas.microsoft.com/office/drawing/2014/main" id="{7E401A97-B3D4-43E4-9B09-8AD4B6B26068}"/>
              </a:ext>
            </a:extLst>
          </p:cNvPr>
          <p:cNvSpPr>
            <a:spLocks noGrp="1"/>
          </p:cNvSpPr>
          <p:nvPr>
            <p:ph type="pic" sz="quarter" idx="14" hasCustomPrompt="1"/>
          </p:nvPr>
        </p:nvSpPr>
        <p:spPr bwMode="gray">
          <a:xfrm>
            <a:off x="3413908" y="1815353"/>
            <a:ext cx="2532889" cy="2532888"/>
          </a:xfrm>
          <a:pattFill prst="wdUpDiag">
            <a:fgClr>
              <a:schemeClr val="accent1">
                <a:lumMod val="50000"/>
              </a:schemeClr>
            </a:fgClr>
            <a:bgClr>
              <a:schemeClr val="tx2">
                <a:lumMod val="50000"/>
              </a:schemeClr>
            </a:bgClr>
          </a:pattFill>
        </p:spPr>
        <p:txBody>
          <a:bodyPr lIns="0" tIns="360000" rIns="0" bIns="0" anchor="t" anchorCtr="0">
            <a:noAutofit/>
          </a:bodyPr>
          <a:lstStyle>
            <a:lvl1pPr marL="0" indent="0" algn="ctr">
              <a:lnSpc>
                <a:spcPct val="100000"/>
              </a:lnSpc>
              <a:buNone/>
              <a:defRPr sz="1000" b="1">
                <a:solidFill>
                  <a:srgbClr val="FFFFFF"/>
                </a:solidFill>
                <a:latin typeface="+mn-lt"/>
                <a:cs typeface="Segoe UI" panose="020B0502040204020203" pitchFamily="34" charset="0"/>
              </a:defRPr>
            </a:lvl1pPr>
          </a:lstStyle>
          <a:p>
            <a:r>
              <a:rPr lang="en-US" dirty="0"/>
              <a:t>Drag &amp; drop your photo here </a:t>
            </a:r>
            <a:br>
              <a:rPr lang="en-US" dirty="0"/>
            </a:br>
            <a:r>
              <a:rPr lang="en-US" dirty="0"/>
              <a:t>or click or tap icon below </a:t>
            </a:r>
            <a:br>
              <a:rPr lang="en-US" dirty="0"/>
            </a:br>
            <a:r>
              <a:rPr lang="en-US" dirty="0"/>
              <a:t>to insert</a:t>
            </a:r>
          </a:p>
        </p:txBody>
      </p:sp>
      <p:sp>
        <p:nvSpPr>
          <p:cNvPr id="13" name="Text Placeholder 3">
            <a:extLst>
              <a:ext uri="{FF2B5EF4-FFF2-40B4-BE49-F238E27FC236}">
                <a16:creationId xmlns:a16="http://schemas.microsoft.com/office/drawing/2014/main" id="{05B401B2-8D93-427E-90A4-52337B3965E8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6245204" y="4543644"/>
            <a:ext cx="2532889" cy="1725397"/>
          </a:xfrm>
        </p:spPr>
        <p:txBody>
          <a:bodyPr>
            <a:normAutofit/>
          </a:bodyPr>
          <a:lstStyle>
            <a:lvl1pPr marL="0" indent="0" algn="ctr">
              <a:spcBef>
                <a:spcPts val="0"/>
              </a:spcBef>
              <a:buNone/>
              <a:defRPr sz="1600"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1" name="Picture Placeholder" descr="This photo is a 'placeholder' only. Drag or drop your photo here, or click and tap the center to insert a photo.">
            <a:extLst>
              <a:ext uri="{FF2B5EF4-FFF2-40B4-BE49-F238E27FC236}">
                <a16:creationId xmlns:a16="http://schemas.microsoft.com/office/drawing/2014/main" id="{7223C820-5673-4288-A9D6-185A95066B1E}"/>
              </a:ext>
            </a:extLst>
          </p:cNvPr>
          <p:cNvSpPr>
            <a:spLocks noGrp="1"/>
          </p:cNvSpPr>
          <p:nvPr>
            <p:ph type="pic" sz="quarter" idx="15" hasCustomPrompt="1"/>
          </p:nvPr>
        </p:nvSpPr>
        <p:spPr bwMode="gray">
          <a:xfrm>
            <a:off x="6245204" y="1815353"/>
            <a:ext cx="2532889" cy="2532888"/>
          </a:xfrm>
          <a:pattFill prst="wdUpDiag">
            <a:fgClr>
              <a:schemeClr val="accent1">
                <a:lumMod val="50000"/>
              </a:schemeClr>
            </a:fgClr>
            <a:bgClr>
              <a:schemeClr val="tx2">
                <a:lumMod val="50000"/>
              </a:schemeClr>
            </a:bgClr>
          </a:pattFill>
        </p:spPr>
        <p:txBody>
          <a:bodyPr lIns="0" tIns="360000" rIns="0" bIns="0" anchor="t" anchorCtr="0">
            <a:noAutofit/>
          </a:bodyPr>
          <a:lstStyle>
            <a:lvl1pPr marL="0" indent="0" algn="ctr">
              <a:lnSpc>
                <a:spcPct val="100000"/>
              </a:lnSpc>
              <a:buNone/>
              <a:defRPr sz="1000" b="1">
                <a:solidFill>
                  <a:srgbClr val="FFFFFF"/>
                </a:solidFill>
                <a:latin typeface="+mn-lt"/>
                <a:cs typeface="Segoe UI" panose="020B0502040204020203" pitchFamily="34" charset="0"/>
              </a:defRPr>
            </a:lvl1pPr>
          </a:lstStyle>
          <a:p>
            <a:r>
              <a:rPr lang="en-US" dirty="0"/>
              <a:t>Drag &amp; drop your photo here </a:t>
            </a:r>
            <a:br>
              <a:rPr lang="en-US" dirty="0"/>
            </a:br>
            <a:r>
              <a:rPr lang="en-US" dirty="0"/>
              <a:t>or click or tap icon below </a:t>
            </a:r>
            <a:br>
              <a:rPr lang="en-US" dirty="0"/>
            </a:br>
            <a:r>
              <a:rPr lang="en-US" dirty="0"/>
              <a:t>to insert</a:t>
            </a:r>
          </a:p>
        </p:txBody>
      </p:sp>
      <p:sp>
        <p:nvSpPr>
          <p:cNvPr id="15" name="Text Placeholder 3">
            <a:extLst>
              <a:ext uri="{FF2B5EF4-FFF2-40B4-BE49-F238E27FC236}">
                <a16:creationId xmlns:a16="http://schemas.microsoft.com/office/drawing/2014/main" id="{38E883C1-8203-4549-AF30-B96AEC45AC68}"/>
              </a:ext>
            </a:extLst>
          </p:cNvPr>
          <p:cNvSpPr>
            <a:spLocks noGrp="1"/>
          </p:cNvSpPr>
          <p:nvPr>
            <p:ph type="body" sz="quarter" idx="20"/>
          </p:nvPr>
        </p:nvSpPr>
        <p:spPr>
          <a:xfrm>
            <a:off x="9076500" y="4543644"/>
            <a:ext cx="2532889" cy="1725397"/>
          </a:xfrm>
        </p:spPr>
        <p:txBody>
          <a:bodyPr>
            <a:normAutofit/>
          </a:bodyPr>
          <a:lstStyle>
            <a:lvl1pPr marL="0" indent="0" algn="ctr">
              <a:spcBef>
                <a:spcPts val="0"/>
              </a:spcBef>
              <a:buNone/>
              <a:defRPr sz="1600"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4" name="Picture Placeholder" descr="This photo is a 'placeholder' only. Drag or drop your photo here, or click and tap the center to insert a photo.">
            <a:extLst>
              <a:ext uri="{FF2B5EF4-FFF2-40B4-BE49-F238E27FC236}">
                <a16:creationId xmlns:a16="http://schemas.microsoft.com/office/drawing/2014/main" id="{BBD58C33-921C-42F1-9803-1C798DB548C2}"/>
              </a:ext>
            </a:extLst>
          </p:cNvPr>
          <p:cNvSpPr>
            <a:spLocks noGrp="1"/>
          </p:cNvSpPr>
          <p:nvPr>
            <p:ph type="pic" sz="quarter" idx="19" hasCustomPrompt="1"/>
          </p:nvPr>
        </p:nvSpPr>
        <p:spPr bwMode="gray">
          <a:xfrm>
            <a:off x="9076500" y="1815353"/>
            <a:ext cx="2532889" cy="2532888"/>
          </a:xfrm>
          <a:pattFill prst="wdUpDiag">
            <a:fgClr>
              <a:schemeClr val="accent1">
                <a:lumMod val="50000"/>
              </a:schemeClr>
            </a:fgClr>
            <a:bgClr>
              <a:schemeClr val="tx2">
                <a:lumMod val="50000"/>
              </a:schemeClr>
            </a:bgClr>
          </a:pattFill>
        </p:spPr>
        <p:txBody>
          <a:bodyPr lIns="0" tIns="360000" rIns="0" bIns="0" anchor="t" anchorCtr="0">
            <a:noAutofit/>
          </a:bodyPr>
          <a:lstStyle>
            <a:lvl1pPr marL="0" indent="0" algn="ctr">
              <a:lnSpc>
                <a:spcPct val="100000"/>
              </a:lnSpc>
              <a:buNone/>
              <a:defRPr sz="1000" b="1">
                <a:solidFill>
                  <a:srgbClr val="FFFFFF"/>
                </a:solidFill>
                <a:latin typeface="+mn-lt"/>
                <a:cs typeface="Segoe UI" panose="020B0502040204020203" pitchFamily="34" charset="0"/>
              </a:defRPr>
            </a:lvl1pPr>
          </a:lstStyle>
          <a:p>
            <a:r>
              <a:rPr lang="en-US" dirty="0"/>
              <a:t>Dag &amp; drop your photo here </a:t>
            </a:r>
            <a:br>
              <a:rPr lang="en-US" dirty="0"/>
            </a:br>
            <a:r>
              <a:rPr lang="en-US" dirty="0"/>
              <a:t>or click or tap icon below </a:t>
            </a:r>
            <a:br>
              <a:rPr lang="en-US" dirty="0"/>
            </a:br>
            <a:r>
              <a:rPr lang="en-US" dirty="0"/>
              <a:t>to insert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D829770F-45CE-4505-A3E9-DB203881F25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</p:spTree>
    <p:extLst>
      <p:ext uri="{BB962C8B-B14F-4D97-AF65-F5344CB8AC3E}">
        <p14:creationId xmlns:p14="http://schemas.microsoft.com/office/powerpoint/2010/main" val="1027357400"/>
      </p:ext>
    </p:extLst>
  </p:cSld>
  <p:clrMapOvr>
    <a:masterClrMapping/>
  </p:clrMapOvr>
  <p:transition>
    <p:fade/>
  </p:transition>
  <p:extLst>
    <p:ext uri="{DCECCB84-F9BA-43D5-87BE-67443E8EF086}">
      <p15:sldGuideLst xmlns:p15="http://schemas.microsoft.com/office/powerpoint/2012/main">
        <p15:guide id="3" orient="horz" pos="2856" userDrawn="1">
          <p15:clr>
            <a:srgbClr val="5ACBF0"/>
          </p15:clr>
        </p15:guide>
        <p15:guide id="5" orient="horz" pos="288" userDrawn="1">
          <p15:clr>
            <a:srgbClr val="5ACBF0"/>
          </p15:clr>
        </p15:guide>
        <p15:guide id="6" pos="1963" userDrawn="1">
          <p15:clr>
            <a:srgbClr val="5ACBF0"/>
          </p15:clr>
        </p15:guide>
        <p15:guide id="7" pos="2150" userDrawn="1">
          <p15:clr>
            <a:srgbClr val="5ACBF0"/>
          </p15:clr>
        </p15:guide>
        <p15:guide id="8" pos="3747" userDrawn="1">
          <p15:clr>
            <a:srgbClr val="5ACBF0"/>
          </p15:clr>
        </p15:guide>
        <p15:guide id="9" pos="3933" userDrawn="1">
          <p15:clr>
            <a:srgbClr val="5ACBF0"/>
          </p15:clr>
        </p15:guide>
        <p15:guide id="10" pos="5530" userDrawn="1">
          <p15:clr>
            <a:srgbClr val="5ACBF0"/>
          </p15:clr>
        </p15:guide>
        <p15:guide id="11" pos="5716" userDrawn="1">
          <p15:clr>
            <a:srgbClr val="5ACBF0"/>
          </p15:clr>
        </p15:guide>
        <p15:guide id="12" orient="horz" pos="1139" userDrawn="1">
          <p15:clr>
            <a:srgbClr val="5ACBF0"/>
          </p15:clr>
        </p15:guide>
      </p15:sldGuideLst>
    </p:ext>
  </p:extLst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corec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Rectangle 13">
            <a:extLst>
              <a:ext uri="{FF2B5EF4-FFF2-40B4-BE49-F238E27FC236}">
                <a16:creationId xmlns:a16="http://schemas.microsoft.com/office/drawing/2014/main" id="{7A09B8F0-E785-4993-A9CA-BE8D371B2F1C}"/>
              </a:ext>
            </a:extLst>
          </p:cNvPr>
          <p:cNvSpPr/>
          <p:nvPr userDrawn="1"/>
        </p:nvSpPr>
        <p:spPr bwMode="auto">
          <a:xfrm>
            <a:off x="725757" y="1714500"/>
            <a:ext cx="3333483" cy="1981200"/>
          </a:xfrm>
          <a:prstGeom prst="rect">
            <a:avLst/>
          </a:prstGeom>
          <a:solidFill>
            <a:schemeClr val="bg2">
              <a:lumMod val="60000"/>
              <a:lumOff val="40000"/>
            </a:schemeClr>
          </a:solidFill>
          <a:ln>
            <a:noFill/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82880" tIns="146304" rIns="182880" bIns="146304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algn="l" defTabSz="932519" fontAlgn="base">
              <a:spcBef>
                <a:spcPct val="0"/>
              </a:spcBef>
              <a:spcAft>
                <a:spcPct val="0"/>
              </a:spcAft>
            </a:pPr>
            <a:endParaRPr lang="en-US" sz="2000" dirty="0" err="1">
              <a:gradFill>
                <a:gsLst>
                  <a:gs pos="0">
                    <a:srgbClr val="FFFFFF"/>
                  </a:gs>
                  <a:gs pos="100000">
                    <a:srgbClr val="FFFFFF"/>
                  </a:gs>
                </a:gsLst>
                <a:lin ang="5400000" scaled="0"/>
              </a:gradFill>
              <a:ea typeface="Segoe UI" pitchFamily="34" charset="0"/>
              <a:cs typeface="Segoe UI" pitchFamily="34" charset="0"/>
            </a:endParaRP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AB6082FB-3119-4714-B0C0-D572EC975527}"/>
              </a:ext>
            </a:extLst>
          </p:cNvPr>
          <p:cNvSpPr/>
          <p:nvPr userDrawn="1"/>
        </p:nvSpPr>
        <p:spPr bwMode="auto">
          <a:xfrm>
            <a:off x="588263" y="1714500"/>
            <a:ext cx="137492" cy="1981200"/>
          </a:xfrm>
          <a:prstGeom prst="rect">
            <a:avLst/>
          </a:prstGeom>
          <a:pattFill prst="wdUpDiag">
            <a:fgClr>
              <a:schemeClr val="bg2">
                <a:lumMod val="50000"/>
              </a:schemeClr>
            </a:fgClr>
            <a:bgClr>
              <a:schemeClr val="bg2"/>
            </a:bgClr>
          </a:pattFill>
          <a:ln>
            <a:noFill/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82880" tIns="146304" rIns="182880" bIns="146304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algn="l" defTabSz="932519" fontAlgn="base">
              <a:spcBef>
                <a:spcPct val="0"/>
              </a:spcBef>
              <a:spcAft>
                <a:spcPct val="0"/>
              </a:spcAft>
            </a:pPr>
            <a:endParaRPr lang="en-US" sz="2000" dirty="0" err="1">
              <a:gradFill>
                <a:gsLst>
                  <a:gs pos="0">
                    <a:srgbClr val="FFFFFF"/>
                  </a:gs>
                  <a:gs pos="100000">
                    <a:srgbClr val="FFFFFF"/>
                  </a:gs>
                </a:gsLst>
                <a:lin ang="5400000" scaled="0"/>
              </a:gradFill>
              <a:ea typeface="Segoe UI" pitchFamily="34" charset="0"/>
              <a:cs typeface="Segoe UI" pitchFamily="34" charset="0"/>
            </a:endParaRP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4E020223-B6E5-4A3F-B38B-BD07D5D6594D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927659" y="1856689"/>
            <a:ext cx="425773" cy="677108"/>
          </a:xfrm>
        </p:spPr>
        <p:txBody>
          <a:bodyPr>
            <a:noAutofit/>
          </a:bodyPr>
          <a:lstStyle>
            <a:lvl1pPr marL="0" indent="0">
              <a:buNone/>
              <a:defRPr sz="4400" b="1">
                <a:solidFill>
                  <a:schemeClr val="tx1"/>
                </a:solidFill>
              </a:defRPr>
            </a:lvl1pPr>
            <a:lvl2pPr marL="0" indent="0">
              <a:buNone/>
              <a:defRPr sz="4400" b="1">
                <a:solidFill>
                  <a:schemeClr val="bg1">
                    <a:lumMod val="85000"/>
                  </a:schemeClr>
                </a:solidFill>
              </a:defRPr>
            </a:lvl2pPr>
            <a:lvl3pPr marL="0" indent="0">
              <a:buNone/>
              <a:defRPr sz="4400" b="1">
                <a:solidFill>
                  <a:schemeClr val="bg1">
                    <a:lumMod val="85000"/>
                  </a:schemeClr>
                </a:solidFill>
              </a:defRPr>
            </a:lvl3pPr>
            <a:lvl4pPr marL="0" indent="0">
              <a:buNone/>
              <a:defRPr sz="4400" b="1">
                <a:solidFill>
                  <a:schemeClr val="bg1">
                    <a:lumMod val="85000"/>
                  </a:schemeClr>
                </a:solidFill>
              </a:defRPr>
            </a:lvl4pPr>
            <a:lvl5pPr marL="0" indent="0">
              <a:buNone/>
              <a:defRPr sz="4400" b="1">
                <a:solidFill>
                  <a:schemeClr val="bg1">
                    <a:lumMod val="85000"/>
                  </a:schemeClr>
                </a:solidFill>
              </a:defRPr>
            </a:lvl5pPr>
          </a:lstStyle>
          <a:p>
            <a:pPr lvl="0"/>
            <a:r>
              <a:rPr lang="en-US" dirty="0"/>
              <a:t>#</a:t>
            </a:r>
            <a:endParaRPr lang="en-GB" dirty="0"/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B52C7966-C4D7-49C0-B78C-2335EC912200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1390445" y="1944975"/>
            <a:ext cx="2593370" cy="595027"/>
          </a:xfrm>
        </p:spPr>
        <p:txBody>
          <a:bodyPr/>
          <a:lstStyle>
            <a:lvl1pPr marL="0" indent="0">
              <a:buNone/>
              <a:defRPr lang="en-US" sz="1600" b="1" dirty="0" smtClean="0">
                <a:solidFill>
                  <a:schemeClr val="tx1"/>
                </a:solidFill>
              </a:defRPr>
            </a:lvl1pPr>
            <a:lvl2pPr marL="0" indent="0">
              <a:buNone/>
              <a:defRPr lang="en-GB" sz="1600" b="1" dirty="0"/>
            </a:lvl2pPr>
            <a:lvl3pPr marL="0" indent="0">
              <a:buNone/>
              <a:defRPr sz="1600" b="1"/>
            </a:lvl3pPr>
            <a:lvl4pPr marL="0" indent="0">
              <a:buNone/>
              <a:defRPr sz="1600" b="1"/>
            </a:lvl4pPr>
            <a:lvl5pPr marL="0" indent="0">
              <a:buNone/>
              <a:defRPr sz="1600" b="1"/>
            </a:lvl5pPr>
          </a:lstStyle>
          <a:p>
            <a:pPr lvl="0"/>
            <a:r>
              <a:rPr lang="en-US" dirty="0"/>
              <a:t>Click to add heading</a:t>
            </a:r>
            <a:endParaRPr lang="en-GB" dirty="0"/>
          </a:p>
        </p:txBody>
      </p:sp>
      <p:sp>
        <p:nvSpPr>
          <p:cNvPr id="19" name="Text Placeholder 18">
            <a:extLst>
              <a:ext uri="{FF2B5EF4-FFF2-40B4-BE49-F238E27FC236}">
                <a16:creationId xmlns:a16="http://schemas.microsoft.com/office/drawing/2014/main" id="{453DD438-6A23-4472-B641-263CA368D719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1390445" y="2643623"/>
            <a:ext cx="2593370" cy="968261"/>
          </a:xfrm>
        </p:spPr>
        <p:txBody>
          <a:bodyPr>
            <a:noAutofit/>
          </a:bodyPr>
          <a:lstStyle>
            <a:lvl1pPr marL="0" indent="0">
              <a:lnSpc>
                <a:spcPct val="130000"/>
              </a:lnSpc>
              <a:buNone/>
              <a:defRPr sz="1000">
                <a:solidFill>
                  <a:schemeClr val="tx1"/>
                </a:solidFill>
              </a:defRPr>
            </a:lvl1pPr>
            <a:lvl2pPr marL="0" indent="0">
              <a:lnSpc>
                <a:spcPct val="130000"/>
              </a:lnSpc>
              <a:buNone/>
              <a:defRPr sz="1000">
                <a:solidFill>
                  <a:schemeClr val="tx1"/>
                </a:solidFill>
              </a:defRPr>
            </a:lvl2pPr>
            <a:lvl3pPr marL="0" indent="0">
              <a:lnSpc>
                <a:spcPct val="130000"/>
              </a:lnSpc>
              <a:buNone/>
              <a:defRPr sz="1000">
                <a:solidFill>
                  <a:schemeClr val="tx1"/>
                </a:solidFill>
              </a:defRPr>
            </a:lvl3pPr>
            <a:lvl4pPr marL="0" indent="0">
              <a:lnSpc>
                <a:spcPct val="130000"/>
              </a:lnSpc>
              <a:buNone/>
              <a:defRPr sz="1000">
                <a:solidFill>
                  <a:schemeClr val="tx1"/>
                </a:solidFill>
              </a:defRPr>
            </a:lvl4pPr>
            <a:lvl5pPr marL="0" indent="0">
              <a:lnSpc>
                <a:spcPct val="130000"/>
              </a:lnSpc>
              <a:buNone/>
              <a:defRPr sz="1000">
                <a:solidFill>
                  <a:schemeClr val="tx1"/>
                </a:solidFill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A1976077-CE80-43B8-9EE5-625D9EBF3AFE}"/>
              </a:ext>
            </a:extLst>
          </p:cNvPr>
          <p:cNvSpPr/>
          <p:nvPr userDrawn="1"/>
        </p:nvSpPr>
        <p:spPr bwMode="auto">
          <a:xfrm>
            <a:off x="588263" y="3898900"/>
            <a:ext cx="137492" cy="1981200"/>
          </a:xfrm>
          <a:prstGeom prst="rect">
            <a:avLst/>
          </a:prstGeom>
          <a:pattFill prst="wdUpDiag">
            <a:fgClr>
              <a:schemeClr val="bg2">
                <a:lumMod val="50000"/>
              </a:schemeClr>
            </a:fgClr>
            <a:bgClr>
              <a:schemeClr val="bg2"/>
            </a:bgClr>
          </a:pattFill>
          <a:ln>
            <a:noFill/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82880" tIns="146304" rIns="182880" bIns="146304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algn="l" defTabSz="932519" fontAlgn="base">
              <a:spcBef>
                <a:spcPct val="0"/>
              </a:spcBef>
              <a:spcAft>
                <a:spcPct val="0"/>
              </a:spcAft>
            </a:pPr>
            <a:endParaRPr lang="en-US" sz="2000" dirty="0" err="1">
              <a:gradFill>
                <a:gsLst>
                  <a:gs pos="0">
                    <a:srgbClr val="FFFFFF"/>
                  </a:gs>
                  <a:gs pos="100000">
                    <a:srgbClr val="FFFFFF"/>
                  </a:gs>
                </a:gsLst>
                <a:lin ang="5400000" scaled="0"/>
              </a:gradFill>
              <a:ea typeface="Segoe UI" pitchFamily="34" charset="0"/>
              <a:cs typeface="Segoe UI" pitchFamily="34" charset="0"/>
            </a:endParaRP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4A4A6B61-EF71-4B61-BCE3-366255FDF1EC}"/>
              </a:ext>
            </a:extLst>
          </p:cNvPr>
          <p:cNvSpPr/>
          <p:nvPr userDrawn="1"/>
        </p:nvSpPr>
        <p:spPr bwMode="auto">
          <a:xfrm>
            <a:off x="725757" y="3898900"/>
            <a:ext cx="3333483" cy="1981200"/>
          </a:xfrm>
          <a:prstGeom prst="rect">
            <a:avLst/>
          </a:prstGeom>
          <a:solidFill>
            <a:schemeClr val="bg2">
              <a:lumMod val="60000"/>
              <a:lumOff val="40000"/>
            </a:schemeClr>
          </a:solidFill>
          <a:ln>
            <a:noFill/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82880" tIns="146304" rIns="182880" bIns="146304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algn="l" defTabSz="932519" fontAlgn="base">
              <a:spcBef>
                <a:spcPct val="0"/>
              </a:spcBef>
              <a:spcAft>
                <a:spcPct val="0"/>
              </a:spcAft>
            </a:pPr>
            <a:endParaRPr lang="en-US" sz="2000" dirty="0" err="1">
              <a:gradFill>
                <a:gsLst>
                  <a:gs pos="0">
                    <a:srgbClr val="FFFFFF"/>
                  </a:gs>
                  <a:gs pos="100000">
                    <a:srgbClr val="FFFFFF"/>
                  </a:gs>
                </a:gsLst>
                <a:lin ang="5400000" scaled="0"/>
              </a:gradFill>
              <a:ea typeface="Segoe UI" pitchFamily="34" charset="0"/>
              <a:cs typeface="Segoe UI" pitchFamily="34" charset="0"/>
            </a:endParaRPr>
          </a:p>
        </p:txBody>
      </p:sp>
      <p:sp>
        <p:nvSpPr>
          <p:cNvPr id="22" name="Text Placeholder 4">
            <a:extLst>
              <a:ext uri="{FF2B5EF4-FFF2-40B4-BE49-F238E27FC236}">
                <a16:creationId xmlns:a16="http://schemas.microsoft.com/office/drawing/2014/main" id="{40B7D3AE-CE8F-4AFB-89D1-7B9F5309DE17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927659" y="4041089"/>
            <a:ext cx="425773" cy="677108"/>
          </a:xfrm>
        </p:spPr>
        <p:txBody>
          <a:bodyPr>
            <a:noAutofit/>
          </a:bodyPr>
          <a:lstStyle>
            <a:lvl1pPr marL="0" indent="0">
              <a:buNone/>
              <a:defRPr sz="4400" b="1">
                <a:solidFill>
                  <a:schemeClr val="tx1"/>
                </a:solidFill>
              </a:defRPr>
            </a:lvl1pPr>
            <a:lvl2pPr marL="0" indent="0">
              <a:buNone/>
              <a:defRPr sz="4400" b="1">
                <a:solidFill>
                  <a:schemeClr val="bg1">
                    <a:lumMod val="85000"/>
                  </a:schemeClr>
                </a:solidFill>
              </a:defRPr>
            </a:lvl2pPr>
            <a:lvl3pPr marL="0" indent="0">
              <a:buNone/>
              <a:defRPr sz="4400" b="1">
                <a:solidFill>
                  <a:schemeClr val="bg1">
                    <a:lumMod val="85000"/>
                  </a:schemeClr>
                </a:solidFill>
              </a:defRPr>
            </a:lvl3pPr>
            <a:lvl4pPr marL="0" indent="0">
              <a:buNone/>
              <a:defRPr sz="4400" b="1">
                <a:solidFill>
                  <a:schemeClr val="bg1">
                    <a:lumMod val="85000"/>
                  </a:schemeClr>
                </a:solidFill>
              </a:defRPr>
            </a:lvl4pPr>
            <a:lvl5pPr marL="0" indent="0">
              <a:buNone/>
              <a:defRPr sz="4400" b="1">
                <a:solidFill>
                  <a:schemeClr val="bg1">
                    <a:lumMod val="85000"/>
                  </a:schemeClr>
                </a:solidFill>
              </a:defRPr>
            </a:lvl5pPr>
          </a:lstStyle>
          <a:p>
            <a:pPr lvl="0"/>
            <a:r>
              <a:rPr lang="en-US" dirty="0"/>
              <a:t>#</a:t>
            </a:r>
            <a:endParaRPr lang="en-GB" dirty="0"/>
          </a:p>
        </p:txBody>
      </p:sp>
      <p:sp>
        <p:nvSpPr>
          <p:cNvPr id="23" name="Text Placeholder 6">
            <a:extLst>
              <a:ext uri="{FF2B5EF4-FFF2-40B4-BE49-F238E27FC236}">
                <a16:creationId xmlns:a16="http://schemas.microsoft.com/office/drawing/2014/main" id="{6CF9214B-A0AA-4B6C-B28E-D4EBC5ADE430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1390445" y="4129375"/>
            <a:ext cx="2593370" cy="595027"/>
          </a:xfrm>
        </p:spPr>
        <p:txBody>
          <a:bodyPr/>
          <a:lstStyle>
            <a:lvl1pPr marL="0" indent="0">
              <a:buNone/>
              <a:defRPr lang="en-US" sz="1600" b="1" dirty="0" smtClean="0">
                <a:solidFill>
                  <a:schemeClr val="tx1"/>
                </a:solidFill>
              </a:defRPr>
            </a:lvl1pPr>
            <a:lvl2pPr marL="0" indent="0">
              <a:buNone/>
              <a:defRPr lang="en-GB" sz="1600" b="1" dirty="0"/>
            </a:lvl2pPr>
            <a:lvl3pPr marL="0" indent="0">
              <a:buNone/>
              <a:defRPr sz="1600" b="1"/>
            </a:lvl3pPr>
            <a:lvl4pPr marL="0" indent="0">
              <a:buNone/>
              <a:defRPr sz="1600" b="1"/>
            </a:lvl4pPr>
            <a:lvl5pPr marL="0" indent="0">
              <a:buNone/>
              <a:defRPr sz="1600" b="1"/>
            </a:lvl5pPr>
          </a:lstStyle>
          <a:p>
            <a:pPr lvl="0"/>
            <a:r>
              <a:rPr lang="en-US" dirty="0"/>
              <a:t>Click to add heading</a:t>
            </a:r>
            <a:endParaRPr lang="en-GB" dirty="0"/>
          </a:p>
        </p:txBody>
      </p:sp>
      <p:sp>
        <p:nvSpPr>
          <p:cNvPr id="24" name="Text Placeholder 18">
            <a:extLst>
              <a:ext uri="{FF2B5EF4-FFF2-40B4-BE49-F238E27FC236}">
                <a16:creationId xmlns:a16="http://schemas.microsoft.com/office/drawing/2014/main" id="{C4CC4422-DCB4-43AA-AAD9-BCD5D2AA4B9C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1390445" y="4828023"/>
            <a:ext cx="2593370" cy="968261"/>
          </a:xfrm>
        </p:spPr>
        <p:txBody>
          <a:bodyPr>
            <a:noAutofit/>
          </a:bodyPr>
          <a:lstStyle>
            <a:lvl1pPr marL="0" indent="0">
              <a:lnSpc>
                <a:spcPct val="130000"/>
              </a:lnSpc>
              <a:buNone/>
              <a:defRPr sz="1000">
                <a:solidFill>
                  <a:schemeClr val="tx1"/>
                </a:solidFill>
              </a:defRPr>
            </a:lvl1pPr>
            <a:lvl2pPr marL="0" indent="0">
              <a:lnSpc>
                <a:spcPct val="130000"/>
              </a:lnSpc>
              <a:buNone/>
              <a:defRPr sz="1000">
                <a:solidFill>
                  <a:schemeClr val="tx1"/>
                </a:solidFill>
              </a:defRPr>
            </a:lvl2pPr>
            <a:lvl3pPr marL="0" indent="0">
              <a:lnSpc>
                <a:spcPct val="130000"/>
              </a:lnSpc>
              <a:buNone/>
              <a:defRPr sz="1000">
                <a:solidFill>
                  <a:schemeClr val="tx1"/>
                </a:solidFill>
              </a:defRPr>
            </a:lvl3pPr>
            <a:lvl4pPr marL="0" indent="0">
              <a:lnSpc>
                <a:spcPct val="130000"/>
              </a:lnSpc>
              <a:buNone/>
              <a:defRPr sz="1000">
                <a:solidFill>
                  <a:schemeClr val="tx1"/>
                </a:solidFill>
              </a:defRPr>
            </a:lvl4pPr>
            <a:lvl5pPr marL="0" indent="0">
              <a:lnSpc>
                <a:spcPct val="130000"/>
              </a:lnSpc>
              <a:buNone/>
              <a:defRPr sz="1000">
                <a:solidFill>
                  <a:schemeClr val="tx1"/>
                </a:solidFill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A4805574-3B72-481E-A744-EA088066496F}"/>
              </a:ext>
            </a:extLst>
          </p:cNvPr>
          <p:cNvSpPr/>
          <p:nvPr userDrawn="1"/>
        </p:nvSpPr>
        <p:spPr bwMode="auto">
          <a:xfrm>
            <a:off x="4493594" y="1714500"/>
            <a:ext cx="3333483" cy="1981200"/>
          </a:xfrm>
          <a:prstGeom prst="rect">
            <a:avLst/>
          </a:prstGeom>
          <a:solidFill>
            <a:schemeClr val="bg2">
              <a:lumMod val="60000"/>
              <a:lumOff val="40000"/>
            </a:schemeClr>
          </a:solidFill>
          <a:ln>
            <a:noFill/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82880" tIns="146304" rIns="182880" bIns="146304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algn="l" defTabSz="932519" fontAlgn="base">
              <a:spcBef>
                <a:spcPct val="0"/>
              </a:spcBef>
              <a:spcAft>
                <a:spcPct val="0"/>
              </a:spcAft>
            </a:pPr>
            <a:endParaRPr lang="en-US" sz="2000" dirty="0" err="1">
              <a:gradFill>
                <a:gsLst>
                  <a:gs pos="0">
                    <a:srgbClr val="FFFFFF"/>
                  </a:gs>
                  <a:gs pos="100000">
                    <a:srgbClr val="FFFFFF"/>
                  </a:gs>
                </a:gsLst>
                <a:lin ang="5400000" scaled="0"/>
              </a:gradFill>
              <a:ea typeface="Segoe UI" pitchFamily="34" charset="0"/>
              <a:cs typeface="Segoe UI" pitchFamily="34" charset="0"/>
            </a:endParaRPr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8BB8D822-4AF5-4132-A5BC-447AFB46D9A1}"/>
              </a:ext>
            </a:extLst>
          </p:cNvPr>
          <p:cNvSpPr/>
          <p:nvPr userDrawn="1"/>
        </p:nvSpPr>
        <p:spPr bwMode="auto">
          <a:xfrm>
            <a:off x="4356099" y="1714500"/>
            <a:ext cx="137492" cy="1981200"/>
          </a:xfrm>
          <a:prstGeom prst="rect">
            <a:avLst/>
          </a:prstGeom>
          <a:pattFill prst="wdUpDiag">
            <a:fgClr>
              <a:schemeClr val="bg2">
                <a:lumMod val="50000"/>
              </a:schemeClr>
            </a:fgClr>
            <a:bgClr>
              <a:schemeClr val="bg2"/>
            </a:bgClr>
          </a:pattFill>
          <a:ln>
            <a:noFill/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82880" tIns="146304" rIns="182880" bIns="146304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algn="l" defTabSz="932519" fontAlgn="base">
              <a:spcBef>
                <a:spcPct val="0"/>
              </a:spcBef>
              <a:spcAft>
                <a:spcPct val="0"/>
              </a:spcAft>
            </a:pPr>
            <a:endParaRPr lang="en-US" sz="2000" dirty="0" err="1">
              <a:gradFill>
                <a:gsLst>
                  <a:gs pos="0">
                    <a:srgbClr val="FFFFFF"/>
                  </a:gs>
                  <a:gs pos="100000">
                    <a:srgbClr val="FFFFFF"/>
                  </a:gs>
                </a:gsLst>
                <a:lin ang="5400000" scaled="0"/>
              </a:gradFill>
              <a:ea typeface="Segoe UI" pitchFamily="34" charset="0"/>
              <a:cs typeface="Segoe UI" pitchFamily="34" charset="0"/>
            </a:endParaRPr>
          </a:p>
        </p:txBody>
      </p:sp>
      <p:sp>
        <p:nvSpPr>
          <p:cNvPr id="27" name="Text Placeholder 4">
            <a:extLst>
              <a:ext uri="{FF2B5EF4-FFF2-40B4-BE49-F238E27FC236}">
                <a16:creationId xmlns:a16="http://schemas.microsoft.com/office/drawing/2014/main" id="{885CB766-3BA7-4C6E-981C-12B89BBC0EB7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4695495" y="1856689"/>
            <a:ext cx="425773" cy="677108"/>
          </a:xfrm>
        </p:spPr>
        <p:txBody>
          <a:bodyPr>
            <a:noAutofit/>
          </a:bodyPr>
          <a:lstStyle>
            <a:lvl1pPr marL="0" indent="0">
              <a:buNone/>
              <a:defRPr sz="4400" b="1">
                <a:solidFill>
                  <a:schemeClr val="tx1"/>
                </a:solidFill>
              </a:defRPr>
            </a:lvl1pPr>
            <a:lvl2pPr marL="0" indent="0">
              <a:buNone/>
              <a:defRPr sz="4400" b="1">
                <a:solidFill>
                  <a:schemeClr val="bg1">
                    <a:lumMod val="85000"/>
                  </a:schemeClr>
                </a:solidFill>
              </a:defRPr>
            </a:lvl2pPr>
            <a:lvl3pPr marL="0" indent="0">
              <a:buNone/>
              <a:defRPr sz="4400" b="1">
                <a:solidFill>
                  <a:schemeClr val="bg1">
                    <a:lumMod val="85000"/>
                  </a:schemeClr>
                </a:solidFill>
              </a:defRPr>
            </a:lvl3pPr>
            <a:lvl4pPr marL="0" indent="0">
              <a:buNone/>
              <a:defRPr sz="4400" b="1">
                <a:solidFill>
                  <a:schemeClr val="bg1">
                    <a:lumMod val="85000"/>
                  </a:schemeClr>
                </a:solidFill>
              </a:defRPr>
            </a:lvl4pPr>
            <a:lvl5pPr marL="0" indent="0">
              <a:buNone/>
              <a:defRPr sz="4400" b="1">
                <a:solidFill>
                  <a:schemeClr val="bg1">
                    <a:lumMod val="85000"/>
                  </a:schemeClr>
                </a:solidFill>
              </a:defRPr>
            </a:lvl5pPr>
          </a:lstStyle>
          <a:p>
            <a:pPr lvl="0"/>
            <a:r>
              <a:rPr lang="en-US" dirty="0"/>
              <a:t>#</a:t>
            </a:r>
            <a:endParaRPr lang="en-GB" dirty="0"/>
          </a:p>
        </p:txBody>
      </p:sp>
      <p:sp>
        <p:nvSpPr>
          <p:cNvPr id="28" name="Text Placeholder 6">
            <a:extLst>
              <a:ext uri="{FF2B5EF4-FFF2-40B4-BE49-F238E27FC236}">
                <a16:creationId xmlns:a16="http://schemas.microsoft.com/office/drawing/2014/main" id="{8844DE8E-38F4-4A62-9864-CF5DC11D85AD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5158282" y="1944975"/>
            <a:ext cx="2593370" cy="595027"/>
          </a:xfrm>
        </p:spPr>
        <p:txBody>
          <a:bodyPr/>
          <a:lstStyle>
            <a:lvl1pPr marL="0" indent="0">
              <a:buNone/>
              <a:defRPr lang="en-US" sz="1600" b="1" dirty="0" smtClean="0">
                <a:solidFill>
                  <a:schemeClr val="tx1"/>
                </a:solidFill>
              </a:defRPr>
            </a:lvl1pPr>
            <a:lvl2pPr marL="0" indent="0">
              <a:buNone/>
              <a:defRPr lang="en-GB" sz="1600" b="1" dirty="0"/>
            </a:lvl2pPr>
            <a:lvl3pPr marL="0" indent="0">
              <a:buNone/>
              <a:defRPr sz="1600" b="1"/>
            </a:lvl3pPr>
            <a:lvl4pPr marL="0" indent="0">
              <a:buNone/>
              <a:defRPr sz="1600" b="1"/>
            </a:lvl4pPr>
            <a:lvl5pPr marL="0" indent="0">
              <a:buNone/>
              <a:defRPr sz="1600" b="1"/>
            </a:lvl5pPr>
          </a:lstStyle>
          <a:p>
            <a:pPr lvl="0"/>
            <a:r>
              <a:rPr lang="en-US" dirty="0"/>
              <a:t>Click to add heading</a:t>
            </a:r>
            <a:endParaRPr lang="en-GB" dirty="0"/>
          </a:p>
        </p:txBody>
      </p:sp>
      <p:sp>
        <p:nvSpPr>
          <p:cNvPr id="29" name="Text Placeholder 18">
            <a:extLst>
              <a:ext uri="{FF2B5EF4-FFF2-40B4-BE49-F238E27FC236}">
                <a16:creationId xmlns:a16="http://schemas.microsoft.com/office/drawing/2014/main" id="{D1DCB16E-3178-4977-908B-DCB9D5BE6598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5158283" y="2643623"/>
            <a:ext cx="2593370" cy="968261"/>
          </a:xfrm>
        </p:spPr>
        <p:txBody>
          <a:bodyPr>
            <a:noAutofit/>
          </a:bodyPr>
          <a:lstStyle>
            <a:lvl1pPr marL="0" indent="0">
              <a:lnSpc>
                <a:spcPct val="130000"/>
              </a:lnSpc>
              <a:buNone/>
              <a:defRPr sz="1000">
                <a:solidFill>
                  <a:schemeClr val="tx1"/>
                </a:solidFill>
              </a:defRPr>
            </a:lvl1pPr>
            <a:lvl2pPr marL="0" indent="0">
              <a:lnSpc>
                <a:spcPct val="130000"/>
              </a:lnSpc>
              <a:buNone/>
              <a:defRPr sz="1000">
                <a:solidFill>
                  <a:schemeClr val="tx1"/>
                </a:solidFill>
              </a:defRPr>
            </a:lvl2pPr>
            <a:lvl3pPr marL="0" indent="0">
              <a:lnSpc>
                <a:spcPct val="130000"/>
              </a:lnSpc>
              <a:buNone/>
              <a:defRPr sz="1000">
                <a:solidFill>
                  <a:schemeClr val="tx1"/>
                </a:solidFill>
              </a:defRPr>
            </a:lvl3pPr>
            <a:lvl4pPr marL="0" indent="0">
              <a:lnSpc>
                <a:spcPct val="130000"/>
              </a:lnSpc>
              <a:buNone/>
              <a:defRPr sz="1000">
                <a:solidFill>
                  <a:schemeClr val="tx1"/>
                </a:solidFill>
              </a:defRPr>
            </a:lvl4pPr>
            <a:lvl5pPr marL="0" indent="0">
              <a:lnSpc>
                <a:spcPct val="130000"/>
              </a:lnSpc>
              <a:buNone/>
              <a:defRPr sz="1000">
                <a:solidFill>
                  <a:schemeClr val="tx1"/>
                </a:solidFill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30" name="Rectangle 29">
            <a:extLst>
              <a:ext uri="{FF2B5EF4-FFF2-40B4-BE49-F238E27FC236}">
                <a16:creationId xmlns:a16="http://schemas.microsoft.com/office/drawing/2014/main" id="{C3833F72-DCBA-4AB2-B21A-B550376D8C87}"/>
              </a:ext>
            </a:extLst>
          </p:cNvPr>
          <p:cNvSpPr/>
          <p:nvPr userDrawn="1"/>
        </p:nvSpPr>
        <p:spPr bwMode="auto">
          <a:xfrm>
            <a:off x="4502418" y="3898900"/>
            <a:ext cx="3333483" cy="1981200"/>
          </a:xfrm>
          <a:prstGeom prst="rect">
            <a:avLst/>
          </a:prstGeom>
          <a:solidFill>
            <a:schemeClr val="bg2">
              <a:lumMod val="60000"/>
              <a:lumOff val="40000"/>
            </a:schemeClr>
          </a:solidFill>
          <a:ln>
            <a:noFill/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82880" tIns="146304" rIns="182880" bIns="146304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algn="l" defTabSz="932519" fontAlgn="base">
              <a:spcBef>
                <a:spcPct val="0"/>
              </a:spcBef>
              <a:spcAft>
                <a:spcPct val="0"/>
              </a:spcAft>
            </a:pPr>
            <a:endParaRPr lang="en-US" sz="2000" dirty="0" err="1">
              <a:gradFill>
                <a:gsLst>
                  <a:gs pos="0">
                    <a:srgbClr val="FFFFFF"/>
                  </a:gs>
                  <a:gs pos="100000">
                    <a:srgbClr val="FFFFFF"/>
                  </a:gs>
                </a:gsLst>
                <a:lin ang="5400000" scaled="0"/>
              </a:gradFill>
              <a:ea typeface="Segoe UI" pitchFamily="34" charset="0"/>
              <a:cs typeface="Segoe UI" pitchFamily="34" charset="0"/>
            </a:endParaRPr>
          </a:p>
        </p:txBody>
      </p:sp>
      <p:sp>
        <p:nvSpPr>
          <p:cNvPr id="31" name="Rectangle 30">
            <a:extLst>
              <a:ext uri="{FF2B5EF4-FFF2-40B4-BE49-F238E27FC236}">
                <a16:creationId xmlns:a16="http://schemas.microsoft.com/office/drawing/2014/main" id="{14259E61-6078-44AA-A8F7-193579B7AE28}"/>
              </a:ext>
            </a:extLst>
          </p:cNvPr>
          <p:cNvSpPr/>
          <p:nvPr userDrawn="1"/>
        </p:nvSpPr>
        <p:spPr bwMode="auto">
          <a:xfrm>
            <a:off x="4364925" y="3898900"/>
            <a:ext cx="137492" cy="1981200"/>
          </a:xfrm>
          <a:prstGeom prst="rect">
            <a:avLst/>
          </a:prstGeom>
          <a:pattFill prst="wdUpDiag">
            <a:fgClr>
              <a:schemeClr val="bg2">
                <a:lumMod val="50000"/>
              </a:schemeClr>
            </a:fgClr>
            <a:bgClr>
              <a:schemeClr val="bg2"/>
            </a:bgClr>
          </a:pattFill>
          <a:ln>
            <a:noFill/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82880" tIns="146304" rIns="182880" bIns="146304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algn="l" defTabSz="932519" fontAlgn="base">
              <a:spcBef>
                <a:spcPct val="0"/>
              </a:spcBef>
              <a:spcAft>
                <a:spcPct val="0"/>
              </a:spcAft>
            </a:pPr>
            <a:endParaRPr lang="en-US" sz="2000" dirty="0" err="1">
              <a:gradFill>
                <a:gsLst>
                  <a:gs pos="0">
                    <a:srgbClr val="FFFFFF"/>
                  </a:gs>
                  <a:gs pos="100000">
                    <a:srgbClr val="FFFFFF"/>
                  </a:gs>
                </a:gsLst>
                <a:lin ang="5400000" scaled="0"/>
              </a:gradFill>
              <a:ea typeface="Segoe UI" pitchFamily="34" charset="0"/>
              <a:cs typeface="Segoe UI" pitchFamily="34" charset="0"/>
            </a:endParaRPr>
          </a:p>
        </p:txBody>
      </p:sp>
      <p:sp>
        <p:nvSpPr>
          <p:cNvPr id="32" name="Text Placeholder 4">
            <a:extLst>
              <a:ext uri="{FF2B5EF4-FFF2-40B4-BE49-F238E27FC236}">
                <a16:creationId xmlns:a16="http://schemas.microsoft.com/office/drawing/2014/main" id="{E4A82533-F2BF-4E0A-BA3B-0430252D7581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4704320" y="4041089"/>
            <a:ext cx="425773" cy="677108"/>
          </a:xfrm>
        </p:spPr>
        <p:txBody>
          <a:bodyPr>
            <a:noAutofit/>
          </a:bodyPr>
          <a:lstStyle>
            <a:lvl1pPr marL="0" indent="0">
              <a:buNone/>
              <a:defRPr sz="4400" b="1">
                <a:solidFill>
                  <a:schemeClr val="tx1"/>
                </a:solidFill>
              </a:defRPr>
            </a:lvl1pPr>
            <a:lvl2pPr marL="0" indent="0">
              <a:buNone/>
              <a:defRPr sz="4400" b="1">
                <a:solidFill>
                  <a:schemeClr val="bg1">
                    <a:lumMod val="85000"/>
                  </a:schemeClr>
                </a:solidFill>
              </a:defRPr>
            </a:lvl2pPr>
            <a:lvl3pPr marL="0" indent="0">
              <a:buNone/>
              <a:defRPr sz="4400" b="1">
                <a:solidFill>
                  <a:schemeClr val="bg1">
                    <a:lumMod val="85000"/>
                  </a:schemeClr>
                </a:solidFill>
              </a:defRPr>
            </a:lvl3pPr>
            <a:lvl4pPr marL="0" indent="0">
              <a:buNone/>
              <a:defRPr sz="4400" b="1">
                <a:solidFill>
                  <a:schemeClr val="bg1">
                    <a:lumMod val="85000"/>
                  </a:schemeClr>
                </a:solidFill>
              </a:defRPr>
            </a:lvl4pPr>
            <a:lvl5pPr marL="0" indent="0">
              <a:buNone/>
              <a:defRPr sz="4400" b="1">
                <a:solidFill>
                  <a:schemeClr val="bg1">
                    <a:lumMod val="85000"/>
                  </a:schemeClr>
                </a:solidFill>
              </a:defRPr>
            </a:lvl5pPr>
          </a:lstStyle>
          <a:p>
            <a:pPr lvl="0"/>
            <a:r>
              <a:rPr lang="en-US" dirty="0"/>
              <a:t>#</a:t>
            </a:r>
            <a:endParaRPr lang="en-GB" dirty="0"/>
          </a:p>
        </p:txBody>
      </p:sp>
      <p:sp>
        <p:nvSpPr>
          <p:cNvPr id="33" name="Text Placeholder 6">
            <a:extLst>
              <a:ext uri="{FF2B5EF4-FFF2-40B4-BE49-F238E27FC236}">
                <a16:creationId xmlns:a16="http://schemas.microsoft.com/office/drawing/2014/main" id="{B3A0E84D-D831-421C-9A30-9491AAAF8088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5167106" y="4129375"/>
            <a:ext cx="2593370" cy="595027"/>
          </a:xfrm>
        </p:spPr>
        <p:txBody>
          <a:bodyPr/>
          <a:lstStyle>
            <a:lvl1pPr marL="0" indent="0">
              <a:buNone/>
              <a:defRPr lang="en-US" sz="1600" b="1" dirty="0" smtClean="0">
                <a:solidFill>
                  <a:schemeClr val="tx1"/>
                </a:solidFill>
              </a:defRPr>
            </a:lvl1pPr>
            <a:lvl2pPr marL="0" indent="0">
              <a:buNone/>
              <a:defRPr lang="en-GB" sz="1600" b="1" dirty="0"/>
            </a:lvl2pPr>
            <a:lvl3pPr marL="0" indent="0">
              <a:buNone/>
              <a:defRPr sz="1600" b="1"/>
            </a:lvl3pPr>
            <a:lvl4pPr marL="0" indent="0">
              <a:buNone/>
              <a:defRPr sz="1600" b="1"/>
            </a:lvl4pPr>
            <a:lvl5pPr marL="0" indent="0">
              <a:buNone/>
              <a:defRPr sz="1600" b="1"/>
            </a:lvl5pPr>
          </a:lstStyle>
          <a:p>
            <a:pPr lvl="0"/>
            <a:r>
              <a:rPr lang="en-US" dirty="0"/>
              <a:t>Click to add heading</a:t>
            </a:r>
            <a:endParaRPr lang="en-GB" dirty="0"/>
          </a:p>
        </p:txBody>
      </p:sp>
      <p:sp>
        <p:nvSpPr>
          <p:cNvPr id="34" name="Text Placeholder 18">
            <a:extLst>
              <a:ext uri="{FF2B5EF4-FFF2-40B4-BE49-F238E27FC236}">
                <a16:creationId xmlns:a16="http://schemas.microsoft.com/office/drawing/2014/main" id="{BCDABBF1-093E-49D4-A19B-3B845261213D}"/>
              </a:ext>
            </a:extLst>
          </p:cNvPr>
          <p:cNvSpPr>
            <a:spLocks noGrp="1"/>
          </p:cNvSpPr>
          <p:nvPr>
            <p:ph type="body" sz="quarter" idx="21"/>
          </p:nvPr>
        </p:nvSpPr>
        <p:spPr>
          <a:xfrm>
            <a:off x="5167108" y="4828023"/>
            <a:ext cx="2593370" cy="968261"/>
          </a:xfrm>
        </p:spPr>
        <p:txBody>
          <a:bodyPr>
            <a:noAutofit/>
          </a:bodyPr>
          <a:lstStyle>
            <a:lvl1pPr marL="0" indent="0">
              <a:lnSpc>
                <a:spcPct val="130000"/>
              </a:lnSpc>
              <a:buNone/>
              <a:defRPr sz="1000">
                <a:solidFill>
                  <a:schemeClr val="tx1"/>
                </a:solidFill>
              </a:defRPr>
            </a:lvl1pPr>
            <a:lvl2pPr marL="0" indent="0">
              <a:lnSpc>
                <a:spcPct val="130000"/>
              </a:lnSpc>
              <a:buNone/>
              <a:defRPr sz="1000">
                <a:solidFill>
                  <a:schemeClr val="tx1"/>
                </a:solidFill>
              </a:defRPr>
            </a:lvl2pPr>
            <a:lvl3pPr marL="0" indent="0">
              <a:lnSpc>
                <a:spcPct val="130000"/>
              </a:lnSpc>
              <a:buNone/>
              <a:defRPr sz="1000">
                <a:solidFill>
                  <a:schemeClr val="tx1"/>
                </a:solidFill>
              </a:defRPr>
            </a:lvl3pPr>
            <a:lvl4pPr marL="0" indent="0">
              <a:lnSpc>
                <a:spcPct val="130000"/>
              </a:lnSpc>
              <a:buNone/>
              <a:defRPr sz="1000">
                <a:solidFill>
                  <a:schemeClr val="tx1"/>
                </a:solidFill>
              </a:defRPr>
            </a:lvl4pPr>
            <a:lvl5pPr marL="0" indent="0">
              <a:lnSpc>
                <a:spcPct val="130000"/>
              </a:lnSpc>
              <a:buNone/>
              <a:defRPr sz="1000">
                <a:solidFill>
                  <a:schemeClr val="tx1"/>
                </a:solidFill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35" name="Rectangle 34">
            <a:extLst>
              <a:ext uri="{FF2B5EF4-FFF2-40B4-BE49-F238E27FC236}">
                <a16:creationId xmlns:a16="http://schemas.microsoft.com/office/drawing/2014/main" id="{34FBA965-A892-4051-B1FD-FD4306CA19AF}"/>
              </a:ext>
            </a:extLst>
          </p:cNvPr>
          <p:cNvSpPr/>
          <p:nvPr userDrawn="1"/>
        </p:nvSpPr>
        <p:spPr bwMode="auto">
          <a:xfrm>
            <a:off x="8275907" y="1714500"/>
            <a:ext cx="3333483" cy="1981200"/>
          </a:xfrm>
          <a:prstGeom prst="rect">
            <a:avLst/>
          </a:prstGeom>
          <a:solidFill>
            <a:schemeClr val="bg2">
              <a:lumMod val="60000"/>
              <a:lumOff val="40000"/>
            </a:schemeClr>
          </a:solidFill>
          <a:ln>
            <a:noFill/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82880" tIns="146304" rIns="182880" bIns="146304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algn="l" defTabSz="932519" fontAlgn="base">
              <a:spcBef>
                <a:spcPct val="0"/>
              </a:spcBef>
              <a:spcAft>
                <a:spcPct val="0"/>
              </a:spcAft>
            </a:pPr>
            <a:endParaRPr lang="en-US" sz="2000" dirty="0" err="1">
              <a:gradFill>
                <a:gsLst>
                  <a:gs pos="0">
                    <a:srgbClr val="FFFFFF"/>
                  </a:gs>
                  <a:gs pos="100000">
                    <a:srgbClr val="FFFFFF"/>
                  </a:gs>
                </a:gsLst>
                <a:lin ang="5400000" scaled="0"/>
              </a:gradFill>
              <a:ea typeface="Segoe UI" pitchFamily="34" charset="0"/>
              <a:cs typeface="Segoe UI" pitchFamily="34" charset="0"/>
            </a:endParaRPr>
          </a:p>
        </p:txBody>
      </p:sp>
      <p:sp>
        <p:nvSpPr>
          <p:cNvPr id="36" name="Rectangle 35">
            <a:extLst>
              <a:ext uri="{FF2B5EF4-FFF2-40B4-BE49-F238E27FC236}">
                <a16:creationId xmlns:a16="http://schemas.microsoft.com/office/drawing/2014/main" id="{F6BE5E53-DE80-4281-9FEC-7ACDD1067819}"/>
              </a:ext>
            </a:extLst>
          </p:cNvPr>
          <p:cNvSpPr/>
          <p:nvPr userDrawn="1"/>
        </p:nvSpPr>
        <p:spPr bwMode="auto">
          <a:xfrm>
            <a:off x="8138413" y="1714500"/>
            <a:ext cx="137492" cy="1981200"/>
          </a:xfrm>
          <a:prstGeom prst="rect">
            <a:avLst/>
          </a:prstGeom>
          <a:pattFill prst="wdUpDiag">
            <a:fgClr>
              <a:schemeClr val="bg2">
                <a:lumMod val="50000"/>
              </a:schemeClr>
            </a:fgClr>
            <a:bgClr>
              <a:schemeClr val="bg2"/>
            </a:bgClr>
          </a:pattFill>
          <a:ln>
            <a:noFill/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82880" tIns="146304" rIns="182880" bIns="146304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algn="l" defTabSz="932519" fontAlgn="base">
              <a:spcBef>
                <a:spcPct val="0"/>
              </a:spcBef>
              <a:spcAft>
                <a:spcPct val="0"/>
              </a:spcAft>
            </a:pPr>
            <a:endParaRPr lang="en-US" sz="2000" dirty="0" err="1">
              <a:gradFill>
                <a:gsLst>
                  <a:gs pos="0">
                    <a:srgbClr val="FFFFFF"/>
                  </a:gs>
                  <a:gs pos="100000">
                    <a:srgbClr val="FFFFFF"/>
                  </a:gs>
                </a:gsLst>
                <a:lin ang="5400000" scaled="0"/>
              </a:gradFill>
              <a:ea typeface="Segoe UI" pitchFamily="34" charset="0"/>
              <a:cs typeface="Segoe UI" pitchFamily="34" charset="0"/>
            </a:endParaRPr>
          </a:p>
        </p:txBody>
      </p:sp>
      <p:sp>
        <p:nvSpPr>
          <p:cNvPr id="37" name="Text Placeholder 4">
            <a:extLst>
              <a:ext uri="{FF2B5EF4-FFF2-40B4-BE49-F238E27FC236}">
                <a16:creationId xmlns:a16="http://schemas.microsoft.com/office/drawing/2014/main" id="{4C1E6F08-6F2F-4B8B-9D87-C030E94DF10E}"/>
              </a:ext>
            </a:extLst>
          </p:cNvPr>
          <p:cNvSpPr>
            <a:spLocks noGrp="1"/>
          </p:cNvSpPr>
          <p:nvPr>
            <p:ph type="body" sz="quarter" idx="22" hasCustomPrompt="1"/>
          </p:nvPr>
        </p:nvSpPr>
        <p:spPr>
          <a:xfrm>
            <a:off x="8477808" y="1856689"/>
            <a:ext cx="425773" cy="677108"/>
          </a:xfrm>
        </p:spPr>
        <p:txBody>
          <a:bodyPr>
            <a:noAutofit/>
          </a:bodyPr>
          <a:lstStyle>
            <a:lvl1pPr marL="0" indent="0">
              <a:buNone/>
              <a:defRPr sz="4400" b="1">
                <a:solidFill>
                  <a:schemeClr val="tx1"/>
                </a:solidFill>
              </a:defRPr>
            </a:lvl1pPr>
            <a:lvl2pPr marL="0" indent="0">
              <a:buNone/>
              <a:defRPr sz="4400" b="1">
                <a:solidFill>
                  <a:schemeClr val="bg1">
                    <a:lumMod val="85000"/>
                  </a:schemeClr>
                </a:solidFill>
              </a:defRPr>
            </a:lvl2pPr>
            <a:lvl3pPr marL="0" indent="0">
              <a:buNone/>
              <a:defRPr sz="4400" b="1">
                <a:solidFill>
                  <a:schemeClr val="bg1">
                    <a:lumMod val="85000"/>
                  </a:schemeClr>
                </a:solidFill>
              </a:defRPr>
            </a:lvl3pPr>
            <a:lvl4pPr marL="0" indent="0">
              <a:buNone/>
              <a:defRPr sz="4400" b="1">
                <a:solidFill>
                  <a:schemeClr val="bg1">
                    <a:lumMod val="85000"/>
                  </a:schemeClr>
                </a:solidFill>
              </a:defRPr>
            </a:lvl4pPr>
            <a:lvl5pPr marL="0" indent="0">
              <a:buNone/>
              <a:defRPr sz="4400" b="1">
                <a:solidFill>
                  <a:schemeClr val="bg1">
                    <a:lumMod val="85000"/>
                  </a:schemeClr>
                </a:solidFill>
              </a:defRPr>
            </a:lvl5pPr>
          </a:lstStyle>
          <a:p>
            <a:pPr lvl="0"/>
            <a:r>
              <a:rPr lang="en-US" dirty="0"/>
              <a:t>#</a:t>
            </a:r>
            <a:endParaRPr lang="en-GB" dirty="0"/>
          </a:p>
        </p:txBody>
      </p:sp>
      <p:sp>
        <p:nvSpPr>
          <p:cNvPr id="38" name="Text Placeholder 6">
            <a:extLst>
              <a:ext uri="{FF2B5EF4-FFF2-40B4-BE49-F238E27FC236}">
                <a16:creationId xmlns:a16="http://schemas.microsoft.com/office/drawing/2014/main" id="{2D06001F-6138-4D6F-A243-7FFE1D81CCE8}"/>
              </a:ext>
            </a:extLst>
          </p:cNvPr>
          <p:cNvSpPr>
            <a:spLocks noGrp="1"/>
          </p:cNvSpPr>
          <p:nvPr>
            <p:ph type="body" sz="quarter" idx="23" hasCustomPrompt="1"/>
          </p:nvPr>
        </p:nvSpPr>
        <p:spPr>
          <a:xfrm>
            <a:off x="8940594" y="1944975"/>
            <a:ext cx="2593370" cy="595027"/>
          </a:xfrm>
        </p:spPr>
        <p:txBody>
          <a:bodyPr/>
          <a:lstStyle>
            <a:lvl1pPr marL="0" indent="0">
              <a:buNone/>
              <a:defRPr lang="en-US" sz="1600" b="1" dirty="0" smtClean="0">
                <a:solidFill>
                  <a:schemeClr val="tx1"/>
                </a:solidFill>
              </a:defRPr>
            </a:lvl1pPr>
            <a:lvl2pPr marL="0" indent="0">
              <a:buNone/>
              <a:defRPr lang="en-GB" sz="1600" b="1" dirty="0"/>
            </a:lvl2pPr>
            <a:lvl3pPr marL="0" indent="0">
              <a:buNone/>
              <a:defRPr sz="1600" b="1"/>
            </a:lvl3pPr>
            <a:lvl4pPr marL="0" indent="0">
              <a:buNone/>
              <a:defRPr sz="1600" b="1"/>
            </a:lvl4pPr>
            <a:lvl5pPr marL="0" indent="0">
              <a:buNone/>
              <a:defRPr sz="1600" b="1"/>
            </a:lvl5pPr>
          </a:lstStyle>
          <a:p>
            <a:pPr lvl="0"/>
            <a:r>
              <a:rPr lang="en-US" dirty="0"/>
              <a:t>Click to add heading</a:t>
            </a:r>
            <a:endParaRPr lang="en-GB" dirty="0"/>
          </a:p>
        </p:txBody>
      </p:sp>
      <p:sp>
        <p:nvSpPr>
          <p:cNvPr id="39" name="Text Placeholder 18">
            <a:extLst>
              <a:ext uri="{FF2B5EF4-FFF2-40B4-BE49-F238E27FC236}">
                <a16:creationId xmlns:a16="http://schemas.microsoft.com/office/drawing/2014/main" id="{7841B3D9-6CC3-427F-B428-8C3FDE4BE069}"/>
              </a:ext>
            </a:extLst>
          </p:cNvPr>
          <p:cNvSpPr>
            <a:spLocks noGrp="1"/>
          </p:cNvSpPr>
          <p:nvPr>
            <p:ph type="body" sz="quarter" idx="24"/>
          </p:nvPr>
        </p:nvSpPr>
        <p:spPr>
          <a:xfrm>
            <a:off x="8940596" y="2643623"/>
            <a:ext cx="2593370" cy="968261"/>
          </a:xfrm>
        </p:spPr>
        <p:txBody>
          <a:bodyPr>
            <a:noAutofit/>
          </a:bodyPr>
          <a:lstStyle>
            <a:lvl1pPr marL="0" indent="0">
              <a:lnSpc>
                <a:spcPct val="130000"/>
              </a:lnSpc>
              <a:buNone/>
              <a:defRPr sz="1000">
                <a:solidFill>
                  <a:schemeClr val="tx1"/>
                </a:solidFill>
              </a:defRPr>
            </a:lvl1pPr>
            <a:lvl2pPr marL="0" indent="0">
              <a:lnSpc>
                <a:spcPct val="130000"/>
              </a:lnSpc>
              <a:buNone/>
              <a:defRPr sz="1000">
                <a:solidFill>
                  <a:schemeClr val="tx1"/>
                </a:solidFill>
              </a:defRPr>
            </a:lvl2pPr>
            <a:lvl3pPr marL="0" indent="0">
              <a:lnSpc>
                <a:spcPct val="130000"/>
              </a:lnSpc>
              <a:buNone/>
              <a:defRPr sz="1000">
                <a:solidFill>
                  <a:schemeClr val="tx1"/>
                </a:solidFill>
              </a:defRPr>
            </a:lvl3pPr>
            <a:lvl4pPr marL="0" indent="0">
              <a:lnSpc>
                <a:spcPct val="130000"/>
              </a:lnSpc>
              <a:buNone/>
              <a:defRPr sz="1000">
                <a:solidFill>
                  <a:schemeClr val="tx1"/>
                </a:solidFill>
              </a:defRPr>
            </a:lvl4pPr>
            <a:lvl5pPr marL="0" indent="0">
              <a:lnSpc>
                <a:spcPct val="130000"/>
              </a:lnSpc>
              <a:buNone/>
              <a:defRPr sz="1000">
                <a:solidFill>
                  <a:schemeClr val="tx1"/>
                </a:solidFill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40" name="Rectangle 39">
            <a:extLst>
              <a:ext uri="{FF2B5EF4-FFF2-40B4-BE49-F238E27FC236}">
                <a16:creationId xmlns:a16="http://schemas.microsoft.com/office/drawing/2014/main" id="{441224F9-6A4C-4C65-8E42-6E3D85470B57}"/>
              </a:ext>
            </a:extLst>
          </p:cNvPr>
          <p:cNvSpPr/>
          <p:nvPr userDrawn="1"/>
        </p:nvSpPr>
        <p:spPr bwMode="auto">
          <a:xfrm>
            <a:off x="8270256" y="3895725"/>
            <a:ext cx="3333483" cy="1981200"/>
          </a:xfrm>
          <a:prstGeom prst="rect">
            <a:avLst/>
          </a:prstGeom>
          <a:solidFill>
            <a:schemeClr val="bg2">
              <a:lumMod val="60000"/>
              <a:lumOff val="40000"/>
            </a:schemeClr>
          </a:solidFill>
          <a:ln>
            <a:noFill/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82880" tIns="146304" rIns="182880" bIns="146304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algn="l" defTabSz="932519" fontAlgn="base">
              <a:spcBef>
                <a:spcPct val="0"/>
              </a:spcBef>
              <a:spcAft>
                <a:spcPct val="0"/>
              </a:spcAft>
            </a:pPr>
            <a:endParaRPr lang="en-US" sz="2000" dirty="0" err="1">
              <a:gradFill>
                <a:gsLst>
                  <a:gs pos="0">
                    <a:srgbClr val="FFFFFF"/>
                  </a:gs>
                  <a:gs pos="100000">
                    <a:srgbClr val="FFFFFF"/>
                  </a:gs>
                </a:gsLst>
                <a:lin ang="5400000" scaled="0"/>
              </a:gradFill>
              <a:ea typeface="Segoe UI" pitchFamily="34" charset="0"/>
              <a:cs typeface="Segoe UI" pitchFamily="34" charset="0"/>
            </a:endParaRPr>
          </a:p>
        </p:txBody>
      </p:sp>
      <p:sp>
        <p:nvSpPr>
          <p:cNvPr id="41" name="Rectangle 40">
            <a:extLst>
              <a:ext uri="{FF2B5EF4-FFF2-40B4-BE49-F238E27FC236}">
                <a16:creationId xmlns:a16="http://schemas.microsoft.com/office/drawing/2014/main" id="{A2903A56-607B-4490-BE1F-86412530286F}"/>
              </a:ext>
            </a:extLst>
          </p:cNvPr>
          <p:cNvSpPr/>
          <p:nvPr userDrawn="1"/>
        </p:nvSpPr>
        <p:spPr bwMode="auto">
          <a:xfrm>
            <a:off x="8132762" y="3895725"/>
            <a:ext cx="137492" cy="1981200"/>
          </a:xfrm>
          <a:prstGeom prst="rect">
            <a:avLst/>
          </a:prstGeom>
          <a:pattFill prst="wdUpDiag">
            <a:fgClr>
              <a:schemeClr val="bg2">
                <a:lumMod val="50000"/>
              </a:schemeClr>
            </a:fgClr>
            <a:bgClr>
              <a:schemeClr val="bg2"/>
            </a:bgClr>
          </a:pattFill>
          <a:ln>
            <a:noFill/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82880" tIns="146304" rIns="182880" bIns="146304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algn="l" defTabSz="932519" fontAlgn="base">
              <a:spcBef>
                <a:spcPct val="0"/>
              </a:spcBef>
              <a:spcAft>
                <a:spcPct val="0"/>
              </a:spcAft>
            </a:pPr>
            <a:endParaRPr lang="en-US" sz="2000" dirty="0" err="1">
              <a:gradFill>
                <a:gsLst>
                  <a:gs pos="0">
                    <a:srgbClr val="FFFFFF"/>
                  </a:gs>
                  <a:gs pos="100000">
                    <a:srgbClr val="FFFFFF"/>
                  </a:gs>
                </a:gsLst>
                <a:lin ang="5400000" scaled="0"/>
              </a:gradFill>
              <a:ea typeface="Segoe UI" pitchFamily="34" charset="0"/>
              <a:cs typeface="Segoe UI" pitchFamily="34" charset="0"/>
            </a:endParaRPr>
          </a:p>
        </p:txBody>
      </p:sp>
      <p:sp>
        <p:nvSpPr>
          <p:cNvPr id="42" name="Text Placeholder 4">
            <a:extLst>
              <a:ext uri="{FF2B5EF4-FFF2-40B4-BE49-F238E27FC236}">
                <a16:creationId xmlns:a16="http://schemas.microsoft.com/office/drawing/2014/main" id="{DE7C2246-8982-4ECB-88AC-EB1C473C2B55}"/>
              </a:ext>
            </a:extLst>
          </p:cNvPr>
          <p:cNvSpPr>
            <a:spLocks noGrp="1"/>
          </p:cNvSpPr>
          <p:nvPr>
            <p:ph type="body" sz="quarter" idx="25" hasCustomPrompt="1"/>
          </p:nvPr>
        </p:nvSpPr>
        <p:spPr>
          <a:xfrm>
            <a:off x="8472158" y="4037914"/>
            <a:ext cx="425773" cy="677108"/>
          </a:xfrm>
        </p:spPr>
        <p:txBody>
          <a:bodyPr>
            <a:noAutofit/>
          </a:bodyPr>
          <a:lstStyle>
            <a:lvl1pPr marL="0" indent="0">
              <a:buNone/>
              <a:defRPr sz="4400" b="1">
                <a:solidFill>
                  <a:schemeClr val="tx1"/>
                </a:solidFill>
              </a:defRPr>
            </a:lvl1pPr>
            <a:lvl2pPr marL="0" indent="0">
              <a:buNone/>
              <a:defRPr sz="4400" b="1">
                <a:solidFill>
                  <a:schemeClr val="bg1">
                    <a:lumMod val="85000"/>
                  </a:schemeClr>
                </a:solidFill>
              </a:defRPr>
            </a:lvl2pPr>
            <a:lvl3pPr marL="0" indent="0">
              <a:buNone/>
              <a:defRPr sz="4400" b="1">
                <a:solidFill>
                  <a:schemeClr val="bg1">
                    <a:lumMod val="85000"/>
                  </a:schemeClr>
                </a:solidFill>
              </a:defRPr>
            </a:lvl3pPr>
            <a:lvl4pPr marL="0" indent="0">
              <a:buNone/>
              <a:defRPr sz="4400" b="1">
                <a:solidFill>
                  <a:schemeClr val="bg1">
                    <a:lumMod val="85000"/>
                  </a:schemeClr>
                </a:solidFill>
              </a:defRPr>
            </a:lvl4pPr>
            <a:lvl5pPr marL="0" indent="0">
              <a:buNone/>
              <a:defRPr sz="4400" b="1">
                <a:solidFill>
                  <a:schemeClr val="bg1">
                    <a:lumMod val="85000"/>
                  </a:schemeClr>
                </a:solidFill>
              </a:defRPr>
            </a:lvl5pPr>
          </a:lstStyle>
          <a:p>
            <a:pPr lvl="0"/>
            <a:r>
              <a:rPr lang="en-US" dirty="0"/>
              <a:t>#</a:t>
            </a:r>
            <a:endParaRPr lang="en-GB" dirty="0"/>
          </a:p>
        </p:txBody>
      </p:sp>
      <p:sp>
        <p:nvSpPr>
          <p:cNvPr id="43" name="Text Placeholder 6">
            <a:extLst>
              <a:ext uri="{FF2B5EF4-FFF2-40B4-BE49-F238E27FC236}">
                <a16:creationId xmlns:a16="http://schemas.microsoft.com/office/drawing/2014/main" id="{709DFA2F-B194-435C-9191-8090148D15FA}"/>
              </a:ext>
            </a:extLst>
          </p:cNvPr>
          <p:cNvSpPr>
            <a:spLocks noGrp="1"/>
          </p:cNvSpPr>
          <p:nvPr>
            <p:ph type="body" sz="quarter" idx="26" hasCustomPrompt="1"/>
          </p:nvPr>
        </p:nvSpPr>
        <p:spPr>
          <a:xfrm>
            <a:off x="8934944" y="4126200"/>
            <a:ext cx="2593370" cy="595027"/>
          </a:xfrm>
        </p:spPr>
        <p:txBody>
          <a:bodyPr/>
          <a:lstStyle>
            <a:lvl1pPr marL="0" indent="0">
              <a:buNone/>
              <a:defRPr lang="en-US" sz="1600" b="1" dirty="0" smtClean="0">
                <a:solidFill>
                  <a:schemeClr val="tx1"/>
                </a:solidFill>
              </a:defRPr>
            </a:lvl1pPr>
            <a:lvl2pPr marL="0" indent="0">
              <a:buNone/>
              <a:defRPr lang="en-GB" sz="1600" b="1" dirty="0"/>
            </a:lvl2pPr>
            <a:lvl3pPr marL="0" indent="0">
              <a:buNone/>
              <a:defRPr sz="1600" b="1"/>
            </a:lvl3pPr>
            <a:lvl4pPr marL="0" indent="0">
              <a:buNone/>
              <a:defRPr sz="1600" b="1"/>
            </a:lvl4pPr>
            <a:lvl5pPr marL="0" indent="0">
              <a:buNone/>
              <a:defRPr sz="1600" b="1"/>
            </a:lvl5pPr>
          </a:lstStyle>
          <a:p>
            <a:pPr lvl="0"/>
            <a:r>
              <a:rPr lang="en-US" dirty="0"/>
              <a:t>Click to add heading</a:t>
            </a:r>
            <a:endParaRPr lang="en-GB" dirty="0"/>
          </a:p>
        </p:txBody>
      </p:sp>
      <p:sp>
        <p:nvSpPr>
          <p:cNvPr id="44" name="Text Placeholder 18">
            <a:extLst>
              <a:ext uri="{FF2B5EF4-FFF2-40B4-BE49-F238E27FC236}">
                <a16:creationId xmlns:a16="http://schemas.microsoft.com/office/drawing/2014/main" id="{66A57C42-7CBF-4742-80C3-46C15991F8E9}"/>
              </a:ext>
            </a:extLst>
          </p:cNvPr>
          <p:cNvSpPr>
            <a:spLocks noGrp="1"/>
          </p:cNvSpPr>
          <p:nvPr>
            <p:ph type="body" sz="quarter" idx="27"/>
          </p:nvPr>
        </p:nvSpPr>
        <p:spPr>
          <a:xfrm>
            <a:off x="8934945" y="4824848"/>
            <a:ext cx="2593370" cy="968261"/>
          </a:xfrm>
        </p:spPr>
        <p:txBody>
          <a:bodyPr>
            <a:noAutofit/>
          </a:bodyPr>
          <a:lstStyle>
            <a:lvl1pPr marL="0" indent="0">
              <a:lnSpc>
                <a:spcPct val="130000"/>
              </a:lnSpc>
              <a:buNone/>
              <a:defRPr sz="1000">
                <a:solidFill>
                  <a:schemeClr val="tx1"/>
                </a:solidFill>
              </a:defRPr>
            </a:lvl1pPr>
            <a:lvl2pPr marL="0" indent="0">
              <a:lnSpc>
                <a:spcPct val="130000"/>
              </a:lnSpc>
              <a:buNone/>
              <a:defRPr sz="1000">
                <a:solidFill>
                  <a:schemeClr val="tx1"/>
                </a:solidFill>
              </a:defRPr>
            </a:lvl2pPr>
            <a:lvl3pPr marL="0" indent="0">
              <a:lnSpc>
                <a:spcPct val="130000"/>
              </a:lnSpc>
              <a:buNone/>
              <a:defRPr sz="1000">
                <a:solidFill>
                  <a:schemeClr val="tx1"/>
                </a:solidFill>
              </a:defRPr>
            </a:lvl3pPr>
            <a:lvl4pPr marL="0" indent="0">
              <a:lnSpc>
                <a:spcPct val="130000"/>
              </a:lnSpc>
              <a:buNone/>
              <a:defRPr sz="1000">
                <a:solidFill>
                  <a:schemeClr val="tx1"/>
                </a:solidFill>
              </a:defRPr>
            </a:lvl4pPr>
            <a:lvl5pPr marL="0" indent="0">
              <a:lnSpc>
                <a:spcPct val="130000"/>
              </a:lnSpc>
              <a:buNone/>
              <a:defRPr sz="1000">
                <a:solidFill>
                  <a:schemeClr val="tx1"/>
                </a:solidFill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108E6D12-E7E5-4852-90CA-46E41D32C7F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</p:spTree>
    <p:extLst>
      <p:ext uri="{BB962C8B-B14F-4D97-AF65-F5344CB8AC3E}">
        <p14:creationId xmlns:p14="http://schemas.microsoft.com/office/powerpoint/2010/main" val="3146365264"/>
      </p:ext>
    </p:extLst>
  </p:cSld>
  <p:clrMapOvr>
    <a:masterClrMapping/>
  </p:clrMapOvr>
  <p:transition>
    <p:fade/>
  </p:transition>
  <p:extLst>
    <p:ext uri="{DCECCB84-F9BA-43D5-87BE-67443E8EF086}">
      <p15:sldGuideLst xmlns:p15="http://schemas.microsoft.com/office/powerpoint/2012/main">
        <p15:guide id="3" orient="horz" pos="3702" userDrawn="1">
          <p15:clr>
            <a:srgbClr val="5ACBF0"/>
          </p15:clr>
        </p15:guide>
        <p15:guide id="5" orient="horz" pos="288" userDrawn="1">
          <p15:clr>
            <a:srgbClr val="5ACBF0"/>
          </p15:clr>
        </p15:guide>
        <p15:guide id="6" pos="2557" userDrawn="1">
          <p15:clr>
            <a:srgbClr val="5ACBF0"/>
          </p15:clr>
        </p15:guide>
        <p15:guide id="7" pos="2745" userDrawn="1">
          <p15:clr>
            <a:srgbClr val="5ACBF0"/>
          </p15:clr>
        </p15:guide>
        <p15:guide id="8" pos="4937" userDrawn="1">
          <p15:clr>
            <a:srgbClr val="5ACBF0"/>
          </p15:clr>
        </p15:guide>
        <p15:guide id="9" pos="5124" userDrawn="1">
          <p15:clr>
            <a:srgbClr val="5ACBF0"/>
          </p15:clr>
        </p15:guide>
        <p15:guide id="10" orient="horz" pos="1071" userDrawn="1">
          <p15:clr>
            <a:srgbClr val="5ACBF0"/>
          </p15:clr>
        </p15:guide>
        <p15:guide id="11" orient="horz" pos="2455" userDrawn="1">
          <p15:clr>
            <a:srgbClr val="5ACBF0"/>
          </p15:clr>
        </p15:guide>
      </p15:sldGuideLst>
    </p:ext>
  </p:extLst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creenshot and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7">
            <a:extLst>
              <a:ext uri="{FF2B5EF4-FFF2-40B4-BE49-F238E27FC236}">
                <a16:creationId xmlns:a16="http://schemas.microsoft.com/office/drawing/2014/main" id="{9D883269-C75C-4B87-8CD9-BE4E94E2BFF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52C923CE-7CB3-4CF0-AAA2-722B1683A109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8115300" y="2017713"/>
            <a:ext cx="3494089" cy="4251325"/>
          </a:xfrm>
        </p:spPr>
        <p:txBody>
          <a:bodyPr>
            <a:normAutofit/>
          </a:bodyPr>
          <a:lstStyle>
            <a:lvl1pPr marL="0" indent="0">
              <a:buFontTx/>
              <a:buNone/>
              <a:defRPr sz="1800"/>
            </a:lvl1pPr>
          </a:lstStyle>
          <a:p>
            <a:pPr lvl="0"/>
            <a:r>
              <a:rPr lang="en-US" dirty="0"/>
              <a:t>Add a caption</a:t>
            </a:r>
          </a:p>
        </p:txBody>
      </p:sp>
      <p:sp>
        <p:nvSpPr>
          <p:cNvPr id="3" name="Picture Placeholder 2" descr="This screenshot is a 'placeholder' only. Drag or drop your screen shot here, or click and tap the center to insert a photo.">
            <a:extLst>
              <a:ext uri="{FF2B5EF4-FFF2-40B4-BE49-F238E27FC236}">
                <a16:creationId xmlns:a16="http://schemas.microsoft.com/office/drawing/2014/main" id="{32952E5A-3BE5-4580-872E-DC3A31E8D445}"/>
              </a:ext>
            </a:extLst>
          </p:cNvPr>
          <p:cNvSpPr>
            <a:spLocks noGrp="1"/>
          </p:cNvSpPr>
          <p:nvPr>
            <p:ph type="pic" sz="quarter" idx="12" hasCustomPrompt="1"/>
          </p:nvPr>
        </p:nvSpPr>
        <p:spPr bwMode="gray">
          <a:xfrm>
            <a:off x="582612" y="1436688"/>
            <a:ext cx="7253289" cy="4832350"/>
          </a:xfrm>
          <a:pattFill prst="wdUpDiag">
            <a:fgClr>
              <a:schemeClr val="accent1">
                <a:lumMod val="50000"/>
              </a:schemeClr>
            </a:fgClr>
            <a:bgClr>
              <a:schemeClr val="tx2">
                <a:lumMod val="50000"/>
              </a:schemeClr>
            </a:bgClr>
          </a:pattFill>
        </p:spPr>
        <p:txBody>
          <a:bodyPr tIns="720000" bIns="1005840" anchor="t" anchorCtr="0">
            <a:noAutofit/>
          </a:bodyPr>
          <a:lstStyle>
            <a:lvl1pPr marL="0" indent="0" algn="ctr">
              <a:buNone/>
              <a:defRPr sz="1200" b="1">
                <a:solidFill>
                  <a:srgbClr val="FFFFFF"/>
                </a:solidFill>
              </a:defRPr>
            </a:lvl1pPr>
          </a:lstStyle>
          <a:p>
            <a:r>
              <a:rPr lang="en-US" dirty="0"/>
              <a:t>Drag &amp; drop a</a:t>
            </a:r>
            <a:br>
              <a:rPr lang="en-US" dirty="0"/>
            </a:br>
            <a:r>
              <a:rPr lang="en-US" dirty="0"/>
              <a:t>screenshot here</a:t>
            </a:r>
            <a:br>
              <a:rPr lang="en-US" dirty="0"/>
            </a:br>
            <a:r>
              <a:rPr lang="en-US" dirty="0"/>
              <a:t>or click or tap icon</a:t>
            </a:r>
            <a:br>
              <a:rPr lang="en-US" dirty="0"/>
            </a:br>
            <a:r>
              <a:rPr lang="en-US" dirty="0"/>
              <a:t>below to insert</a:t>
            </a:r>
          </a:p>
        </p:txBody>
      </p:sp>
    </p:spTree>
    <p:extLst>
      <p:ext uri="{BB962C8B-B14F-4D97-AF65-F5344CB8AC3E}">
        <p14:creationId xmlns:p14="http://schemas.microsoft.com/office/powerpoint/2010/main" val="3633176217"/>
      </p:ext>
    </p:extLst>
  </p:cSld>
  <p:clrMapOvr>
    <a:masterClrMapping/>
  </p:clrMapOvr>
  <p:transition>
    <p:fade/>
  </p:transition>
  <p:extLst>
    <p:ext uri="{DCECCB84-F9BA-43D5-87BE-67443E8EF086}">
      <p15:sldGuideLst xmlns:p15="http://schemas.microsoft.com/office/powerpoint/2012/main">
        <p15:guide id="20" pos="4938" userDrawn="1">
          <p15:clr>
            <a:srgbClr val="5ACBF0"/>
          </p15:clr>
        </p15:guide>
        <p15:guide id="21" pos="5113" userDrawn="1">
          <p15:clr>
            <a:srgbClr val="5ACBF0"/>
          </p15:clr>
        </p15:guide>
        <p15:guide id="28" orient="horz" pos="905" userDrawn="1">
          <p15:clr>
            <a:srgbClr val="5ACBF0"/>
          </p15:clr>
        </p15:guide>
      </p15:sldGuideLst>
    </p:ext>
  </p:extLst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A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7D31026A-4A74-439D-A8F5-DB82A03E713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84200" y="2131029"/>
            <a:ext cx="3468956" cy="861774"/>
          </a:xfrm>
        </p:spPr>
        <p:txBody>
          <a:bodyPr anchor="t"/>
          <a:lstStyle>
            <a:lvl1pPr>
              <a:defRPr sz="2800">
                <a:solidFill>
                  <a:schemeClr val="tx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A08DBB0A-21C9-483B-83DA-E59B5C357879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4646105" y="2131032"/>
            <a:ext cx="6961188" cy="3980641"/>
          </a:xfrm>
        </p:spPr>
        <p:txBody>
          <a:bodyPr>
            <a:normAutofit/>
          </a:bodyPr>
          <a:lstStyle>
            <a:lvl1pPr marL="320056" indent="-320056">
              <a:spcAft>
                <a:spcPts val="1200"/>
              </a:spcAft>
              <a:buFont typeface="+mj-lt"/>
              <a:buAutoNum type="arabicPeriod"/>
              <a:defRPr sz="2000"/>
            </a:lvl1pPr>
            <a:lvl2pPr marL="228611" indent="0">
              <a:buNone/>
              <a:defRPr/>
            </a:lvl2pPr>
          </a:lstStyle>
          <a:p>
            <a:pPr lvl="0"/>
            <a:r>
              <a:rPr lang="en-US" dirty="0"/>
              <a:t>Click to edit Master text styles</a:t>
            </a:r>
          </a:p>
        </p:txBody>
      </p:sp>
      <p:cxnSp>
        <p:nvCxnSpPr>
          <p:cNvPr id="4" name="Straight Connector 3">
            <a:extLst>
              <a:ext uri="{FF2B5EF4-FFF2-40B4-BE49-F238E27FC236}">
                <a16:creationId xmlns:a16="http://schemas.microsoft.com/office/drawing/2014/main" id="{B9FD800B-7DF4-487A-ADA4-F44FB0D5A33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/>
          <p:nvPr userDrawn="1"/>
        </p:nvCxnSpPr>
        <p:spPr>
          <a:xfrm>
            <a:off x="588264" y="1842902"/>
            <a:ext cx="3477325" cy="0"/>
          </a:xfrm>
          <a:prstGeom prst="line">
            <a:avLst/>
          </a:prstGeom>
          <a:ln w="63500">
            <a:solidFill>
              <a:schemeClr val="accent1">
                <a:lumMod val="20000"/>
                <a:lumOff val="80000"/>
              </a:schemeClr>
            </a:solidFill>
            <a:headEnd type="none" w="lg" len="med"/>
            <a:tailEnd type="none" w="lg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317D0DD9-81B9-4F58-9346-51EE2B8F81A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>
            <a:off x="4648201" y="1842902"/>
            <a:ext cx="6961188" cy="0"/>
          </a:xfrm>
          <a:prstGeom prst="line">
            <a:avLst/>
          </a:prstGeom>
          <a:ln w="63500">
            <a:solidFill>
              <a:schemeClr val="accent1"/>
            </a:solidFill>
            <a:headEnd type="none" w="lg" len="med"/>
            <a:tailEnd type="none" w="lg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067935070"/>
      </p:ext>
    </p:extLst>
  </p:cSld>
  <p:clrMapOvr>
    <a:masterClrMapping/>
  </p:clrMapOvr>
  <p:transition>
    <p:fade/>
  </p:transition>
  <p:extLst>
    <p:ext uri="{DCECCB84-F9BA-43D5-87BE-67443E8EF086}">
      <p15:sldGuideLst xmlns:p15="http://schemas.microsoft.com/office/powerpoint/2012/main">
        <p15:guide id="12" pos="2561" userDrawn="1">
          <p15:clr>
            <a:srgbClr val="5ACBF0"/>
          </p15:clr>
        </p15:guide>
        <p15:guide id="29" orient="horz" pos="1271" userDrawn="1">
          <p15:clr>
            <a:srgbClr val="5ACBF0"/>
          </p15:clr>
        </p15:guide>
        <p15:guide id="33" pos="2928" userDrawn="1">
          <p15:clr>
            <a:srgbClr val="5ACBF0"/>
          </p15:clr>
        </p15:guide>
      </p15:sldGuideLst>
    </p:ext>
  </p:extLst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text side by s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9E5C076-3B78-4451-8068-576892A08E9C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88265" y="3211972"/>
            <a:ext cx="3182027" cy="430887"/>
          </a:xfrm>
        </p:spPr>
        <p:txBody>
          <a:bodyPr anchor="ctr"/>
          <a:lstStyle>
            <a:lvl1pPr>
              <a:defRPr/>
            </a:lvl1pPr>
          </a:lstStyle>
          <a:p>
            <a:r>
              <a:rPr lang="en-US" dirty="0"/>
              <a:t>Title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4015781-2431-48C9-AEF1-52FBD41AF3FC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4941888" y="292103"/>
            <a:ext cx="6667500" cy="5976939"/>
          </a:xfrm>
        </p:spPr>
        <p:txBody>
          <a:bodyPr anchor="ctr"/>
          <a:lstStyle>
            <a:lvl1pPr marL="0" indent="0">
              <a:buNone/>
              <a:defRPr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C35867F2-3994-4092-B53B-5792FEE6988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/>
          <p:nvPr userDrawn="1"/>
        </p:nvCxnSpPr>
        <p:spPr>
          <a:xfrm>
            <a:off x="4356100" y="2264940"/>
            <a:ext cx="0" cy="2059178"/>
          </a:xfrm>
          <a:prstGeom prst="line">
            <a:avLst/>
          </a:prstGeom>
          <a:ln w="6350">
            <a:solidFill>
              <a:schemeClr val="accent1"/>
            </a:solidFill>
            <a:headEnd type="none" w="lg" len="med"/>
            <a:tailEnd type="none" w="lg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165025546"/>
      </p:ext>
    </p:extLst>
  </p:cSld>
  <p:clrMapOvr>
    <a:masterClrMapping/>
  </p:clrMapOvr>
  <p:transition>
    <p:fade/>
  </p:transition>
  <p:extLst>
    <p:ext uri="{DCECCB84-F9BA-43D5-87BE-67443E8EF086}">
      <p15:sldGuideLst xmlns:p15="http://schemas.microsoft.com/office/powerpoint/2012/main">
        <p15:guide id="30" pos="2377" userDrawn="1">
          <p15:clr>
            <a:srgbClr val="5ACBF0"/>
          </p15:clr>
        </p15:guide>
        <p15:guide id="31" pos="3114" userDrawn="1">
          <p15:clr>
            <a:srgbClr val="5ACBF0"/>
          </p15:clr>
        </p15:guide>
      </p15:sldGuideLst>
    </p:ext>
  </p:extLst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Demo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>
          <a:xfrm>
            <a:off x="585216" y="2985805"/>
            <a:ext cx="6037460" cy="443198"/>
          </a:xfrm>
          <a:noFill/>
        </p:spPr>
        <p:txBody>
          <a:bodyPr wrap="square" lIns="0" tIns="0" rIns="0" bIns="0" anchor="b" anchorCtr="0">
            <a:spAutoFit/>
          </a:bodyPr>
          <a:lstStyle>
            <a:lvl1pPr algn="l" defTabSz="932789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lang="en-US" sz="3200" b="1" kern="1200" cap="none" spc="-50" baseline="0" dirty="0">
                <a:ln w="3175">
                  <a:noFill/>
                </a:ln>
                <a:solidFill>
                  <a:schemeClr val="tx1"/>
                </a:solidFill>
                <a:effectLst/>
                <a:latin typeface="+mj-lt"/>
                <a:ea typeface="+mn-ea"/>
                <a:cs typeface="Segoe UI" pitchFamily="34" charset="0"/>
              </a:defRPr>
            </a:lvl1pPr>
          </a:lstStyle>
          <a:p>
            <a:r>
              <a:rPr lang="en-US" dirty="0"/>
              <a:t>Demo title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12" hasCustomPrompt="1"/>
          </p:nvPr>
        </p:nvSpPr>
        <p:spPr>
          <a:xfrm>
            <a:off x="585216" y="3756302"/>
            <a:ext cx="6037460" cy="307777"/>
          </a:xfrm>
          <a:noFill/>
        </p:spPr>
        <p:txBody>
          <a:bodyPr wrap="square" lIns="0" tIns="0" rIns="0" bIns="0">
            <a:spAutoFit/>
          </a:bodyPr>
          <a:lstStyle>
            <a:lvl1pPr marL="0" indent="0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2000" spc="0" baseline="0">
                <a:solidFill>
                  <a:schemeClr val="accent2"/>
                </a:solidFill>
                <a:latin typeface="+mn-lt"/>
              </a:defRPr>
            </a:lvl1pPr>
          </a:lstStyle>
          <a:p>
            <a:pPr lvl="0"/>
            <a:r>
              <a:rPr lang="en-US" dirty="0"/>
              <a:t>Speaker name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5A6F4CBF-3771-416F-BD4B-AF9C13A617ED}"/>
              </a:ext>
            </a:extLst>
          </p:cNvPr>
          <p:cNvPicPr>
            <a:picLocks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9022978" y="3207401"/>
            <a:ext cx="2702419" cy="5904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9760253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:p15="http://schemas.microsoft.com/office/powerpoint/2012/main" xmlns:a14="http://schemas.microsoft.com/office/drawing/2010/main" xmlns:a16="http://schemas.microsoft.com/office/drawing/2014/main" xmlns="">
      <p:transition spd="med">
        <p:fade/>
      </p:transition>
    </mc:Fallback>
  </mc:AlternateContent>
  <p:extLst>
    <p:ext uri="{DCECCB84-F9BA-43D5-87BE-67443E8EF086}">
      <p15:sldGuideLst xmlns:p15="http://schemas.microsoft.com/office/powerpoint/2012/main">
        <p15:guide id="3" orient="horz" pos="1872" userDrawn="1">
          <p15:clr>
            <a:srgbClr val="5ACBF0"/>
          </p15:clr>
        </p15:guide>
        <p15:guide id="4" orient="horz" pos="2364" userDrawn="1">
          <p15:clr>
            <a:srgbClr val="5ACBF0"/>
          </p15:clr>
        </p15:guide>
        <p15:guide id="5" pos="3840" userDrawn="1">
          <p15:clr>
            <a:srgbClr val="5ACBF0"/>
          </p15:clr>
        </p15:guide>
      </p15:sldGuideLst>
    </p:ext>
  </p:extLst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545705601"/>
      </p:ext>
    </p:extLst>
  </p:cSld>
  <p:clrMapOvr>
    <a:masterClrMapping/>
  </p:clrMapOvr>
  <p:transition>
    <p:fade/>
  </p:transition>
  <p:extLst>
    <p:ext uri="{DCECCB84-F9BA-43D5-87BE-67443E8EF086}">
      <p15:sldGuideLst xmlns:p15="http://schemas.microsoft.com/office/powerpoint/2012/main">
        <p15:guide id="6" pos="779" userDrawn="1">
          <p15:clr>
            <a:srgbClr val="A4A3A4"/>
          </p15:clr>
        </p15:guide>
        <p15:guide id="7" pos="963" userDrawn="1">
          <p15:clr>
            <a:srgbClr val="A4A3A4"/>
          </p15:clr>
        </p15:guide>
        <p15:guide id="8" pos="1373" userDrawn="1">
          <p15:clr>
            <a:srgbClr val="A4A3A4"/>
          </p15:clr>
        </p15:guide>
        <p15:guide id="9" pos="1556" userDrawn="1">
          <p15:clr>
            <a:srgbClr val="A4A3A4"/>
          </p15:clr>
        </p15:guide>
        <p15:guide id="10" pos="1967" userDrawn="1">
          <p15:clr>
            <a:srgbClr val="A4A3A4"/>
          </p15:clr>
        </p15:guide>
        <p15:guide id="11" pos="2150" userDrawn="1">
          <p15:clr>
            <a:srgbClr val="A4A3A4"/>
          </p15:clr>
        </p15:guide>
        <p15:guide id="12" pos="2561" userDrawn="1">
          <p15:clr>
            <a:srgbClr val="A4A3A4"/>
          </p15:clr>
        </p15:guide>
        <p15:guide id="13" pos="2745" userDrawn="1">
          <p15:clr>
            <a:srgbClr val="A4A3A4"/>
          </p15:clr>
        </p15:guide>
        <p15:guide id="14" pos="3156" userDrawn="1">
          <p15:clr>
            <a:srgbClr val="A4A3A4"/>
          </p15:clr>
        </p15:guide>
        <p15:guide id="15" pos="3338" userDrawn="1">
          <p15:clr>
            <a:srgbClr val="A4A3A4"/>
          </p15:clr>
        </p15:guide>
        <p15:guide id="16" pos="3749" userDrawn="1">
          <p15:clr>
            <a:srgbClr val="A4A3A4"/>
          </p15:clr>
        </p15:guide>
        <p15:guide id="17" pos="3932" userDrawn="1">
          <p15:clr>
            <a:srgbClr val="A4A3A4"/>
          </p15:clr>
        </p15:guide>
        <p15:guide id="18" pos="4343" userDrawn="1">
          <p15:clr>
            <a:srgbClr val="A4A3A4"/>
          </p15:clr>
        </p15:guide>
        <p15:guide id="19" pos="4525" userDrawn="1">
          <p15:clr>
            <a:srgbClr val="A4A3A4"/>
          </p15:clr>
        </p15:guide>
        <p15:guide id="20" pos="4938" userDrawn="1">
          <p15:clr>
            <a:srgbClr val="A4A3A4"/>
          </p15:clr>
        </p15:guide>
        <p15:guide id="21" pos="5120" userDrawn="1">
          <p15:clr>
            <a:srgbClr val="A4A3A4"/>
          </p15:clr>
        </p15:guide>
        <p15:guide id="22" pos="5530" userDrawn="1">
          <p15:clr>
            <a:srgbClr val="A4A3A4"/>
          </p15:clr>
        </p15:guide>
        <p15:guide id="23" pos="5715" userDrawn="1">
          <p15:clr>
            <a:srgbClr val="A4A3A4"/>
          </p15:clr>
        </p15:guide>
        <p15:guide id="24" pos="6123" userDrawn="1">
          <p15:clr>
            <a:srgbClr val="A4A3A4"/>
          </p15:clr>
        </p15:guide>
        <p15:guide id="25" pos="6308" userDrawn="1">
          <p15:clr>
            <a:srgbClr val="A4A3A4"/>
          </p15:clr>
        </p15:guide>
        <p15:guide id="26" pos="6717" userDrawn="1">
          <p15:clr>
            <a:srgbClr val="A4A3A4"/>
          </p15:clr>
        </p15:guide>
        <p15:guide id="27" pos="6900" userDrawn="1">
          <p15:clr>
            <a:srgbClr val="A4A3A4"/>
          </p15:clr>
        </p15:guide>
        <p15:guide id="28" orient="horz" pos="905" userDrawn="1">
          <p15:clr>
            <a:srgbClr val="5ACBF0"/>
          </p15:clr>
        </p15:guide>
      </p15:sldGuideLst>
    </p:ext>
  </p:extLst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Developer Code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8D0DF2A6-26A8-4810-95DF-F65F123C6660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dirty="0"/>
              <a:t>Software code slide</a:t>
            </a:r>
          </a:p>
        </p:txBody>
      </p:sp>
      <p:sp>
        <p:nvSpPr>
          <p:cNvPr id="5" name="Text Placeholder 4" descr="This layout should only be used for developer code. The font used is a monospace font which is ideal for showing code.">
            <a:extLst>
              <a:ext uri="{FF2B5EF4-FFF2-40B4-BE49-F238E27FC236}">
                <a16:creationId xmlns:a16="http://schemas.microsoft.com/office/drawing/2014/main" id="{BA9F61CF-FF79-485A-A6C8-A1952EFD58AE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588264" y="1436688"/>
            <a:ext cx="11018521" cy="4829522"/>
          </a:xfrm>
        </p:spPr>
        <p:txBody>
          <a:bodyPr/>
          <a:lstStyle>
            <a:lvl1pPr marL="0" indent="0">
              <a:buNone/>
              <a:defRPr sz="2000">
                <a:solidFill>
                  <a:schemeClr val="tx1"/>
                </a:solidFill>
                <a:latin typeface="Consolas" panose="020B0609020204030204" pitchFamily="49" charset="0"/>
                <a:cs typeface="Consolas" panose="020B0609020204030204" pitchFamily="49" charset="0"/>
              </a:defRPr>
            </a:lvl1pPr>
            <a:lvl2pPr marL="346571" indent="0">
              <a:buNone/>
              <a:defRPr sz="1800">
                <a:solidFill>
                  <a:schemeClr val="tx1"/>
                </a:solidFill>
                <a:latin typeface="Consolas" panose="020B0609020204030204" pitchFamily="49" charset="0"/>
                <a:cs typeface="Consolas" panose="020B0609020204030204" pitchFamily="49" charset="0"/>
              </a:defRPr>
            </a:lvl2pPr>
            <a:lvl3pPr marL="584637" indent="0">
              <a:buNone/>
              <a:defRPr sz="1600">
                <a:solidFill>
                  <a:schemeClr val="tx1"/>
                </a:solidFill>
                <a:latin typeface="Consolas" panose="020B0609020204030204" pitchFamily="49" charset="0"/>
                <a:cs typeface="Consolas" panose="020B0609020204030204" pitchFamily="49" charset="0"/>
              </a:defRPr>
            </a:lvl3pPr>
            <a:lvl4pPr marL="814604" indent="0">
              <a:buNone/>
              <a:defRPr sz="1400">
                <a:solidFill>
                  <a:schemeClr val="tx1"/>
                </a:solidFill>
                <a:latin typeface="Consolas" panose="020B0609020204030204" pitchFamily="49" charset="0"/>
                <a:cs typeface="Consolas" panose="020B0609020204030204" pitchFamily="49" charset="0"/>
              </a:defRPr>
            </a:lvl4pPr>
            <a:lvl5pPr marL="1051050" indent="0">
              <a:buNone/>
              <a:defRPr sz="1400">
                <a:solidFill>
                  <a:schemeClr val="tx1"/>
                </a:solidFill>
                <a:latin typeface="Consolas" panose="020B0609020204030204" pitchFamily="49" charset="0"/>
                <a:cs typeface="Consolas" panose="020B0609020204030204" pitchFamily="49" charset="0"/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3343058790"/>
      </p:ext>
    </p:extLst>
  </p:cSld>
  <p:clrMapOvr>
    <a:masterClrMapping/>
  </p:clrMapOvr>
  <p:transition>
    <p:fade/>
  </p:transition>
  <p:extLst>
    <p:ext uri="{DCECCB84-F9BA-43D5-87BE-67443E8EF086}">
      <p15:sldGuideLst xmlns:p15="http://schemas.microsoft.com/office/powerpoint/2012/main">
        <p15:guide id="2" orient="horz" pos="905" userDrawn="1">
          <p15:clr>
            <a:srgbClr val="5ACBF0"/>
          </p15:clr>
        </p15:guide>
      </p15:sldGuideLst>
    </p:ext>
  </p:extLst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Disclaimer and Attribu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3DBCE27-18A9-4B58-967D-F414D11BC8D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59682BFC-72AD-43B8-82AA-B9CAA5B851A1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588964" y="1436692"/>
            <a:ext cx="11020426" cy="4829175"/>
          </a:xfrm>
        </p:spPr>
        <p:txBody>
          <a:bodyPr/>
          <a:lstStyle>
            <a:lvl1pPr marL="0" indent="0">
              <a:buNone/>
              <a:defRPr sz="1100"/>
            </a:lvl1pPr>
            <a:lvl2pPr marL="228611" indent="0">
              <a:buNone/>
              <a:defRPr sz="1100"/>
            </a:lvl2pPr>
            <a:lvl3pPr marL="457223" indent="0">
              <a:buNone/>
              <a:defRPr sz="1100"/>
            </a:lvl3pPr>
            <a:lvl4pPr marL="662021" indent="0">
              <a:buNone/>
              <a:defRPr sz="1100"/>
            </a:lvl4pPr>
            <a:lvl5pPr marL="855706" indent="0">
              <a:buNone/>
              <a:defRPr sz="11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00642743"/>
      </p:ext>
    </p:extLst>
  </p:cSld>
  <p:clrMapOvr>
    <a:masterClrMapping/>
  </p:clrMapOvr>
  <p:transition>
    <p:fade/>
  </p:transition>
  <p:extLst>
    <p:ext uri="{DCECCB84-F9BA-43D5-87BE-67443E8EF086}">
      <p15:sldGuideLst xmlns:p15="http://schemas.microsoft.com/office/powerpoint/2012/main">
        <p15:guide id="2" orient="horz" pos="905" userDrawn="1">
          <p15:clr>
            <a:srgbClr val="5ACBF0"/>
          </p15:clr>
        </p15:guide>
      </p15:sldGuideLst>
    </p:ext>
  </p:extLst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Closing logo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>
            <a:extLst>
              <a:ext uri="{FF2B5EF4-FFF2-40B4-BE49-F238E27FC236}">
                <a16:creationId xmlns:a16="http://schemas.microsoft.com/office/drawing/2014/main" id="{55CD1CF4-BF52-4A9A-864B-B7138A0D8208}"/>
              </a:ext>
            </a:extLst>
          </p:cNvPr>
          <p:cNvPicPr>
            <a:picLocks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584202" y="585791"/>
            <a:ext cx="1339351" cy="292609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1CB3EC8B-A541-4803-BD06-4CF36BCBC7AC}"/>
              </a:ext>
            </a:extLst>
          </p:cNvPr>
          <p:cNvSpPr txBox="1"/>
          <p:nvPr userDrawn="1"/>
        </p:nvSpPr>
        <p:spPr>
          <a:xfrm>
            <a:off x="196320" y="6553366"/>
            <a:ext cx="114455" cy="190581"/>
          </a:xfrm>
          <a:prstGeom prst="rect">
            <a:avLst/>
          </a:prstGeom>
          <a:noFill/>
        </p:spPr>
        <p:txBody>
          <a:bodyPr wrap="none" lIns="0" tIns="41029" rIns="0" bIns="41029" rtlCol="0" anchor="ctr">
            <a:spAutoFit/>
          </a:bodyPr>
          <a:lstStyle/>
          <a:p>
            <a:pPr algn="r">
              <a:defRPr/>
            </a:pPr>
            <a:fld id="{B50A2252-0B00-49D0-9A28-2F5CCECF09D1}" type="slidenum">
              <a:rPr lang="en-US" sz="700" kern="1200" cap="none" spc="10" baseline="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pPr algn="r">
                <a:defRPr/>
              </a:pPr>
              <a:t>‹#›</a:t>
            </a:fld>
            <a:endParaRPr lang="en-US" sz="700" kern="1200" cap="none" spc="10" baseline="0" dirty="0">
              <a:solidFill>
                <a:schemeClr val="tx1"/>
              </a:solidFill>
              <a:latin typeface="Arial" panose="020B0604020202020204" pitchFamily="34" charset="0"/>
              <a:ea typeface="+mn-ea"/>
              <a:cs typeface="Arial" panose="020B0604020202020204" pitchFamily="34" charset="0"/>
            </a:endParaRPr>
          </a:p>
        </p:txBody>
      </p:sp>
      <p:sp>
        <p:nvSpPr>
          <p:cNvPr id="6" name="Rectangle 5" descr="{&quot;templafy&quot;:{&quot;binding&quot;:&quot;{{Form.Footer}}&quot;,&quot;type&quot;:&quot;text&quot;}}">
            <a:extLst>
              <a:ext uri="{FF2B5EF4-FFF2-40B4-BE49-F238E27FC236}">
                <a16:creationId xmlns:a16="http://schemas.microsoft.com/office/drawing/2014/main" id="{43334FAC-11C2-4DB4-8249-171553FC7893}"/>
              </a:ext>
            </a:extLst>
          </p:cNvPr>
          <p:cNvSpPr/>
          <p:nvPr userDrawn="1"/>
        </p:nvSpPr>
        <p:spPr bwMode="auto">
          <a:xfrm>
            <a:off x="603380" y="6567866"/>
            <a:ext cx="9000000" cy="161105"/>
          </a:xfrm>
          <a:prstGeom prst="rect">
            <a:avLst/>
          </a:prstGeom>
          <a:noFill/>
          <a:ln>
            <a:noFill/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82880" tIns="146304" rIns="182880" bIns="146304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l" defTabSz="932519" fontAlgn="base">
              <a:spcBef>
                <a:spcPct val="0"/>
              </a:spcBef>
              <a:spcAft>
                <a:spcPct val="0"/>
              </a:spcAft>
            </a:pPr>
            <a:endParaRPr lang="en-GB" sz="750" dirty="0" err="1">
              <a:solidFill>
                <a:schemeClr val="tx1"/>
              </a:solidFill>
              <a:ea typeface="Segoe UI" pitchFamily="34" charset="0"/>
              <a:cs typeface="Segoe UI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925069136"/>
      </p:ext>
    </p:extLst>
  </p:cSld>
  <p:clrMapOvr>
    <a:masterClrMapping/>
  </p:clrMapOvr>
  <p:transition>
    <p:fade/>
  </p:transition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slideLayout" Target="../slideLayouts/slideLayout13.xml"/><Relationship Id="rId14" Type="http://schemas.openxmlformats.org/officeDocument/2006/relationships/slideLayout" Target="../slideLayouts/slideLayout14.xml"/><Relationship Id="rId15" Type="http://schemas.openxmlformats.org/officeDocument/2006/relationships/slideLayout" Target="../slideLayouts/slideLayout15.xml"/><Relationship Id="rId16" Type="http://schemas.openxmlformats.org/officeDocument/2006/relationships/slideLayout" Target="../slideLayouts/slideLayout16.xml"/><Relationship Id="rId17" Type="http://schemas.openxmlformats.org/officeDocument/2006/relationships/slideLayout" Target="../slideLayouts/slideLayout17.xml"/><Relationship Id="rId18" Type="http://schemas.openxmlformats.org/officeDocument/2006/relationships/slideLayout" Target="../slideLayouts/slideLayout18.xml"/><Relationship Id="rId19" Type="http://schemas.openxmlformats.org/officeDocument/2006/relationships/slideLayout" Target="../slideLayouts/slideLayout19.xml"/><Relationship Id="rId20" Type="http://schemas.openxmlformats.org/officeDocument/2006/relationships/slideLayout" Target="../slideLayouts/slideLayout20.xml"/><Relationship Id="rId21" Type="http://schemas.openxmlformats.org/officeDocument/2006/relationships/slideLayout" Target="../slideLayouts/slideLayout21.xml"/><Relationship Id="rId22" Type="http://schemas.openxmlformats.org/officeDocument/2006/relationships/slideLayout" Target="../slideLayouts/slideLayout22.xml"/><Relationship Id="rId23" Type="http://schemas.openxmlformats.org/officeDocument/2006/relationships/slideLayout" Target="../slideLayouts/slideLayout23.xml"/><Relationship Id="rId24" Type="http://schemas.openxmlformats.org/officeDocument/2006/relationships/slideLayout" Target="../slideLayouts/slideLayout24.xml"/><Relationship Id="rId25" Type="http://schemas.openxmlformats.org/officeDocument/2006/relationships/slideLayout" Target="../slideLayouts/slideLayout25.xml"/><Relationship Id="rId26" Type="http://schemas.openxmlformats.org/officeDocument/2006/relationships/slideLayout" Target="../slideLayouts/slideLayout26.xml"/><Relationship Id="rId27" Type="http://schemas.openxmlformats.org/officeDocument/2006/relationships/slideLayout" Target="../slideLayouts/slideLayout27.xml"/><Relationship Id="rId28" Type="http://schemas.openxmlformats.org/officeDocument/2006/relationships/theme" Target="../theme/theme1.xml"/><Relationship Id="rId29" Type="http://schemas.openxmlformats.org/officeDocument/2006/relationships/image" Target="../media/image1.pn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 userDrawn="1">
            <p:ph type="title"/>
          </p:nvPr>
        </p:nvSpPr>
        <p:spPr>
          <a:xfrm>
            <a:off x="588264" y="591794"/>
            <a:ext cx="11018521" cy="430887"/>
          </a:xfrm>
          <a:prstGeom prst="rect">
            <a:avLst/>
          </a:prstGeom>
        </p:spPr>
        <p:txBody>
          <a:bodyPr vert="horz" wrap="square" lIns="0" tIns="0" rIns="0" bIns="0" rtlCol="0" anchor="ctr">
            <a:spAutoFit/>
          </a:bodyPr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4" name="Text Placeholder 3"/>
          <p:cNvSpPr>
            <a:spLocks noGrp="1"/>
          </p:cNvSpPr>
          <p:nvPr userDrawn="1">
            <p:ph type="body" idx="1"/>
          </p:nvPr>
        </p:nvSpPr>
        <p:spPr>
          <a:xfrm>
            <a:off x="584200" y="1435503"/>
            <a:ext cx="11018521" cy="4830706"/>
          </a:xfrm>
          <a:prstGeom prst="rect">
            <a:avLst/>
          </a:prstGeom>
        </p:spPr>
        <p:txBody>
          <a:bodyPr vert="horz" wrap="square" lIns="0" tIns="0" rIns="0" bIns="0" rtlCol="0">
            <a:noAutofit/>
          </a:bodyPr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grpSp>
        <p:nvGrpSpPr>
          <p:cNvPr id="47" name="GRID" hidden="1">
            <a:extLst>
              <a:ext uri="{FF2B5EF4-FFF2-40B4-BE49-F238E27FC236}">
                <a16:creationId xmlns:a16="http://schemas.microsoft.com/office/drawing/2014/main" id="{32B5FFBF-552A-4973-B5B3-9EE3A765185F}"/>
              </a:ext>
            </a:extLst>
          </p:cNvPr>
          <p:cNvGrpSpPr/>
          <p:nvPr userDrawn="1"/>
        </p:nvGrpSpPr>
        <p:grpSpPr>
          <a:xfrm>
            <a:off x="0" y="0"/>
            <a:ext cx="12192000" cy="6858000"/>
            <a:chOff x="0" y="0"/>
            <a:chExt cx="12192000" cy="6858000"/>
          </a:xfrm>
        </p:grpSpPr>
        <p:cxnSp>
          <p:nvCxnSpPr>
            <p:cNvPr id="7" name="Straight Connector 6">
              <a:extLst>
                <a:ext uri="{FF2B5EF4-FFF2-40B4-BE49-F238E27FC236}">
                  <a16:creationId xmlns:a16="http://schemas.microsoft.com/office/drawing/2014/main" id="{5CD412E5-2492-4063-96AB-C451FC39F2B6}"/>
                </a:ext>
              </a:extLst>
            </p:cNvPr>
            <p:cNvCxnSpPr/>
            <p:nvPr/>
          </p:nvCxnSpPr>
          <p:spPr>
            <a:xfrm>
              <a:off x="0" y="0"/>
              <a:ext cx="12188952" cy="0"/>
            </a:xfrm>
            <a:prstGeom prst="line">
              <a:avLst/>
            </a:prstGeom>
            <a:ln w="3175">
              <a:solidFill>
                <a:schemeClr val="tx1">
                  <a:alpha val="20000"/>
                </a:schemeClr>
              </a:solidFill>
              <a:headEnd type="none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" name="Straight Connector 8">
              <a:extLst>
                <a:ext uri="{FF2B5EF4-FFF2-40B4-BE49-F238E27FC236}">
                  <a16:creationId xmlns:a16="http://schemas.microsoft.com/office/drawing/2014/main" id="{D25E7FAE-6A98-413B-871E-10F8DF6FF1E3}"/>
                </a:ext>
              </a:extLst>
            </p:cNvPr>
            <p:cNvCxnSpPr/>
            <p:nvPr/>
          </p:nvCxnSpPr>
          <p:spPr>
            <a:xfrm>
              <a:off x="0" y="292608"/>
              <a:ext cx="12188952" cy="0"/>
            </a:xfrm>
            <a:prstGeom prst="line">
              <a:avLst/>
            </a:prstGeom>
            <a:ln w="3175">
              <a:solidFill>
                <a:schemeClr val="tx1">
                  <a:alpha val="20000"/>
                </a:schemeClr>
              </a:solidFill>
              <a:headEnd type="none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" name="Straight Connector 9">
              <a:extLst>
                <a:ext uri="{FF2B5EF4-FFF2-40B4-BE49-F238E27FC236}">
                  <a16:creationId xmlns:a16="http://schemas.microsoft.com/office/drawing/2014/main" id="{EF42BDE7-00A0-446E-9CEE-23DDF6A13E6E}"/>
                </a:ext>
              </a:extLst>
            </p:cNvPr>
            <p:cNvCxnSpPr/>
            <p:nvPr/>
          </p:nvCxnSpPr>
          <p:spPr>
            <a:xfrm>
              <a:off x="0" y="585216"/>
              <a:ext cx="12188952" cy="0"/>
            </a:xfrm>
            <a:prstGeom prst="line">
              <a:avLst/>
            </a:prstGeom>
            <a:ln w="3175">
              <a:solidFill>
                <a:srgbClr val="DF45D4"/>
              </a:solidFill>
              <a:headEnd type="none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" name="Straight Connector 10">
              <a:extLst>
                <a:ext uri="{FF2B5EF4-FFF2-40B4-BE49-F238E27FC236}">
                  <a16:creationId xmlns:a16="http://schemas.microsoft.com/office/drawing/2014/main" id="{AD48FF31-9C6A-4C0C-AB96-ED556488A1BA}"/>
                </a:ext>
              </a:extLst>
            </p:cNvPr>
            <p:cNvCxnSpPr/>
            <p:nvPr/>
          </p:nvCxnSpPr>
          <p:spPr>
            <a:xfrm>
              <a:off x="0" y="6272784"/>
              <a:ext cx="12188952" cy="0"/>
            </a:xfrm>
            <a:prstGeom prst="line">
              <a:avLst/>
            </a:prstGeom>
            <a:ln w="3175">
              <a:solidFill>
                <a:srgbClr val="DF45D4"/>
              </a:solidFill>
              <a:headEnd type="none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" name="Straight Connector 11">
              <a:extLst>
                <a:ext uri="{FF2B5EF4-FFF2-40B4-BE49-F238E27FC236}">
                  <a16:creationId xmlns:a16="http://schemas.microsoft.com/office/drawing/2014/main" id="{28D811B2-F122-4FF3-A4F6-E7291A5152BB}"/>
                </a:ext>
              </a:extLst>
            </p:cNvPr>
            <p:cNvCxnSpPr/>
            <p:nvPr/>
          </p:nvCxnSpPr>
          <p:spPr>
            <a:xfrm>
              <a:off x="0" y="6565392"/>
              <a:ext cx="12188952" cy="0"/>
            </a:xfrm>
            <a:prstGeom prst="line">
              <a:avLst/>
            </a:prstGeom>
            <a:ln w="3175">
              <a:solidFill>
                <a:schemeClr val="tx1">
                  <a:alpha val="20000"/>
                </a:schemeClr>
              </a:solidFill>
              <a:headEnd type="none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" name="Straight Connector 12">
              <a:extLst>
                <a:ext uri="{FF2B5EF4-FFF2-40B4-BE49-F238E27FC236}">
                  <a16:creationId xmlns:a16="http://schemas.microsoft.com/office/drawing/2014/main" id="{A2029335-BA6E-4B6F-B752-D02603169DE6}"/>
                </a:ext>
              </a:extLst>
            </p:cNvPr>
            <p:cNvCxnSpPr/>
            <p:nvPr/>
          </p:nvCxnSpPr>
          <p:spPr>
            <a:xfrm>
              <a:off x="0" y="6858000"/>
              <a:ext cx="12188952" cy="0"/>
            </a:xfrm>
            <a:prstGeom prst="line">
              <a:avLst/>
            </a:prstGeom>
            <a:ln w="3175">
              <a:solidFill>
                <a:schemeClr val="tx1">
                  <a:alpha val="20000"/>
                </a:schemeClr>
              </a:solidFill>
              <a:headEnd type="none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" name="Straight Connector 13">
              <a:extLst>
                <a:ext uri="{FF2B5EF4-FFF2-40B4-BE49-F238E27FC236}">
                  <a16:creationId xmlns:a16="http://schemas.microsoft.com/office/drawing/2014/main" id="{708D55A0-D16C-4191-B9F9-C95B51610B5E}"/>
                </a:ext>
              </a:extLst>
            </p:cNvPr>
            <p:cNvCxnSpPr/>
            <p:nvPr/>
          </p:nvCxnSpPr>
          <p:spPr>
            <a:xfrm>
              <a:off x="0" y="877824"/>
              <a:ext cx="12188952" cy="0"/>
            </a:xfrm>
            <a:prstGeom prst="line">
              <a:avLst/>
            </a:prstGeom>
            <a:ln w="3175">
              <a:solidFill>
                <a:schemeClr val="tx1">
                  <a:alpha val="20000"/>
                </a:schemeClr>
              </a:solidFill>
              <a:headEnd type="none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Straight Connector 14">
              <a:extLst>
                <a:ext uri="{FF2B5EF4-FFF2-40B4-BE49-F238E27FC236}">
                  <a16:creationId xmlns:a16="http://schemas.microsoft.com/office/drawing/2014/main" id="{DA3FCB58-9F61-404B-A493-7860A942FCC2}"/>
                </a:ext>
              </a:extLst>
            </p:cNvPr>
            <p:cNvCxnSpPr/>
            <p:nvPr/>
          </p:nvCxnSpPr>
          <p:spPr>
            <a:xfrm>
              <a:off x="0" y="1170432"/>
              <a:ext cx="12188952" cy="0"/>
            </a:xfrm>
            <a:prstGeom prst="line">
              <a:avLst/>
            </a:prstGeom>
            <a:ln w="3175">
              <a:solidFill>
                <a:schemeClr val="tx1">
                  <a:alpha val="20000"/>
                </a:schemeClr>
              </a:solidFill>
              <a:headEnd type="none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" name="Straight Connector 15">
              <a:extLst>
                <a:ext uri="{FF2B5EF4-FFF2-40B4-BE49-F238E27FC236}">
                  <a16:creationId xmlns:a16="http://schemas.microsoft.com/office/drawing/2014/main" id="{0EFD38DF-4402-499A-B7B2-D5BBF3AD467C}"/>
                </a:ext>
              </a:extLst>
            </p:cNvPr>
            <p:cNvCxnSpPr/>
            <p:nvPr/>
          </p:nvCxnSpPr>
          <p:spPr>
            <a:xfrm>
              <a:off x="0" y="1463040"/>
              <a:ext cx="12188952" cy="0"/>
            </a:xfrm>
            <a:prstGeom prst="line">
              <a:avLst/>
            </a:prstGeom>
            <a:ln w="3175">
              <a:solidFill>
                <a:schemeClr val="tx1">
                  <a:alpha val="20000"/>
                </a:schemeClr>
              </a:solidFill>
              <a:headEnd type="none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" name="Straight Connector 16">
              <a:extLst>
                <a:ext uri="{FF2B5EF4-FFF2-40B4-BE49-F238E27FC236}">
                  <a16:creationId xmlns:a16="http://schemas.microsoft.com/office/drawing/2014/main" id="{26DFD209-A624-4FEA-8F60-067FBF0CC1E8}"/>
                </a:ext>
              </a:extLst>
            </p:cNvPr>
            <p:cNvCxnSpPr/>
            <p:nvPr/>
          </p:nvCxnSpPr>
          <p:spPr>
            <a:xfrm>
              <a:off x="0" y="0"/>
              <a:ext cx="0" cy="6858000"/>
            </a:xfrm>
            <a:prstGeom prst="line">
              <a:avLst/>
            </a:prstGeom>
            <a:ln w="3175">
              <a:solidFill>
                <a:schemeClr val="tx1">
                  <a:alpha val="20000"/>
                </a:schemeClr>
              </a:solidFill>
              <a:headEnd type="none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8" name="Straight Connector 17">
              <a:extLst>
                <a:ext uri="{FF2B5EF4-FFF2-40B4-BE49-F238E27FC236}">
                  <a16:creationId xmlns:a16="http://schemas.microsoft.com/office/drawing/2014/main" id="{F1B8ED61-88C3-48AA-91A7-BFD779B3B3BA}"/>
                </a:ext>
              </a:extLst>
            </p:cNvPr>
            <p:cNvCxnSpPr/>
            <p:nvPr/>
          </p:nvCxnSpPr>
          <p:spPr>
            <a:xfrm>
              <a:off x="585216" y="0"/>
              <a:ext cx="0" cy="6858000"/>
            </a:xfrm>
            <a:prstGeom prst="line">
              <a:avLst/>
            </a:prstGeom>
            <a:ln w="3175">
              <a:solidFill>
                <a:srgbClr val="DF45D4"/>
              </a:solidFill>
              <a:headEnd type="none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" name="Straight Connector 18">
              <a:extLst>
                <a:ext uri="{FF2B5EF4-FFF2-40B4-BE49-F238E27FC236}">
                  <a16:creationId xmlns:a16="http://schemas.microsoft.com/office/drawing/2014/main" id="{822AC47D-49D2-4B9E-B580-53A7922E5654}"/>
                </a:ext>
              </a:extLst>
            </p:cNvPr>
            <p:cNvCxnSpPr/>
            <p:nvPr/>
          </p:nvCxnSpPr>
          <p:spPr>
            <a:xfrm>
              <a:off x="292608" y="0"/>
              <a:ext cx="0" cy="6858000"/>
            </a:xfrm>
            <a:prstGeom prst="line">
              <a:avLst/>
            </a:prstGeom>
            <a:ln w="3175">
              <a:solidFill>
                <a:schemeClr val="tx1">
                  <a:alpha val="20000"/>
                </a:schemeClr>
              </a:solidFill>
              <a:headEnd type="none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" name="Straight Connector 19">
              <a:extLst>
                <a:ext uri="{FF2B5EF4-FFF2-40B4-BE49-F238E27FC236}">
                  <a16:creationId xmlns:a16="http://schemas.microsoft.com/office/drawing/2014/main" id="{20D7A2DB-4310-49CD-83F6-55B33BE76665}"/>
                </a:ext>
              </a:extLst>
            </p:cNvPr>
            <p:cNvCxnSpPr/>
            <p:nvPr/>
          </p:nvCxnSpPr>
          <p:spPr>
            <a:xfrm>
              <a:off x="877824" y="0"/>
              <a:ext cx="0" cy="6858000"/>
            </a:xfrm>
            <a:prstGeom prst="line">
              <a:avLst/>
            </a:prstGeom>
            <a:ln w="3175">
              <a:solidFill>
                <a:schemeClr val="tx1">
                  <a:alpha val="20000"/>
                </a:schemeClr>
              </a:solidFill>
              <a:headEnd type="none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" name="Straight Connector 20">
              <a:extLst>
                <a:ext uri="{FF2B5EF4-FFF2-40B4-BE49-F238E27FC236}">
                  <a16:creationId xmlns:a16="http://schemas.microsoft.com/office/drawing/2014/main" id="{20C40071-7BC6-4682-9CD1-0631E07C9F11}"/>
                </a:ext>
              </a:extLst>
            </p:cNvPr>
            <p:cNvCxnSpPr/>
            <p:nvPr/>
          </p:nvCxnSpPr>
          <p:spPr>
            <a:xfrm>
              <a:off x="1170432" y="0"/>
              <a:ext cx="0" cy="6858000"/>
            </a:xfrm>
            <a:prstGeom prst="line">
              <a:avLst/>
            </a:prstGeom>
            <a:ln w="3175">
              <a:solidFill>
                <a:schemeClr val="tx1">
                  <a:alpha val="20000"/>
                </a:schemeClr>
              </a:solidFill>
              <a:headEnd type="none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2" name="Straight Connector 21">
              <a:extLst>
                <a:ext uri="{FF2B5EF4-FFF2-40B4-BE49-F238E27FC236}">
                  <a16:creationId xmlns:a16="http://schemas.microsoft.com/office/drawing/2014/main" id="{EE0ACFAA-26E9-44D2-BEF0-E02CAE93F397}"/>
                </a:ext>
              </a:extLst>
            </p:cNvPr>
            <p:cNvCxnSpPr/>
            <p:nvPr/>
          </p:nvCxnSpPr>
          <p:spPr>
            <a:xfrm>
              <a:off x="11021568" y="0"/>
              <a:ext cx="0" cy="6858000"/>
            </a:xfrm>
            <a:prstGeom prst="line">
              <a:avLst/>
            </a:prstGeom>
            <a:ln w="3175">
              <a:solidFill>
                <a:schemeClr val="tx1">
                  <a:alpha val="20000"/>
                </a:schemeClr>
              </a:solidFill>
              <a:headEnd type="none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3" name="Straight Connector 22">
              <a:extLst>
                <a:ext uri="{FF2B5EF4-FFF2-40B4-BE49-F238E27FC236}">
                  <a16:creationId xmlns:a16="http://schemas.microsoft.com/office/drawing/2014/main" id="{385D1186-93AE-4B67-8544-763E0B213AAC}"/>
                </a:ext>
              </a:extLst>
            </p:cNvPr>
            <p:cNvCxnSpPr/>
            <p:nvPr/>
          </p:nvCxnSpPr>
          <p:spPr>
            <a:xfrm>
              <a:off x="11606784" y="0"/>
              <a:ext cx="0" cy="6858000"/>
            </a:xfrm>
            <a:prstGeom prst="line">
              <a:avLst/>
            </a:prstGeom>
            <a:ln w="3175">
              <a:solidFill>
                <a:srgbClr val="DF45D4"/>
              </a:solidFill>
              <a:headEnd type="none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4" name="Straight Connector 23">
              <a:extLst>
                <a:ext uri="{FF2B5EF4-FFF2-40B4-BE49-F238E27FC236}">
                  <a16:creationId xmlns:a16="http://schemas.microsoft.com/office/drawing/2014/main" id="{CB1D45AE-FC53-4BB4-A9CD-C563C03A1195}"/>
                </a:ext>
              </a:extLst>
            </p:cNvPr>
            <p:cNvCxnSpPr/>
            <p:nvPr/>
          </p:nvCxnSpPr>
          <p:spPr>
            <a:xfrm>
              <a:off x="11314176" y="0"/>
              <a:ext cx="0" cy="6858000"/>
            </a:xfrm>
            <a:prstGeom prst="line">
              <a:avLst/>
            </a:prstGeom>
            <a:ln w="3175">
              <a:solidFill>
                <a:schemeClr val="tx1">
                  <a:alpha val="20000"/>
                </a:schemeClr>
              </a:solidFill>
              <a:headEnd type="none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" name="Straight Connector 24">
              <a:extLst>
                <a:ext uri="{FF2B5EF4-FFF2-40B4-BE49-F238E27FC236}">
                  <a16:creationId xmlns:a16="http://schemas.microsoft.com/office/drawing/2014/main" id="{8325177A-06D9-4C2A-B7EF-984A90245BF7}"/>
                </a:ext>
              </a:extLst>
            </p:cNvPr>
            <p:cNvCxnSpPr/>
            <p:nvPr/>
          </p:nvCxnSpPr>
          <p:spPr>
            <a:xfrm>
              <a:off x="11899392" y="0"/>
              <a:ext cx="0" cy="6858000"/>
            </a:xfrm>
            <a:prstGeom prst="line">
              <a:avLst/>
            </a:prstGeom>
            <a:ln w="3175">
              <a:solidFill>
                <a:schemeClr val="tx1">
                  <a:alpha val="20000"/>
                </a:schemeClr>
              </a:solidFill>
              <a:headEnd type="none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6" name="Straight Connector 25">
              <a:extLst>
                <a:ext uri="{FF2B5EF4-FFF2-40B4-BE49-F238E27FC236}">
                  <a16:creationId xmlns:a16="http://schemas.microsoft.com/office/drawing/2014/main" id="{D2B67796-DF72-4C3B-A79D-7534FD3084C9}"/>
                </a:ext>
              </a:extLst>
            </p:cNvPr>
            <p:cNvCxnSpPr/>
            <p:nvPr/>
          </p:nvCxnSpPr>
          <p:spPr>
            <a:xfrm>
              <a:off x="12192000" y="0"/>
              <a:ext cx="0" cy="6858000"/>
            </a:xfrm>
            <a:prstGeom prst="line">
              <a:avLst/>
            </a:prstGeom>
            <a:ln w="3175">
              <a:solidFill>
                <a:schemeClr val="tx1">
                  <a:alpha val="20000"/>
                </a:schemeClr>
              </a:solidFill>
              <a:headEnd type="none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7" name="Straight Connector 26">
              <a:extLst>
                <a:ext uri="{FF2B5EF4-FFF2-40B4-BE49-F238E27FC236}">
                  <a16:creationId xmlns:a16="http://schemas.microsoft.com/office/drawing/2014/main" id="{C8B2C409-2FF7-4120-9E48-02A446B82DD6}"/>
                </a:ext>
              </a:extLst>
            </p:cNvPr>
            <p:cNvCxnSpPr/>
            <p:nvPr/>
          </p:nvCxnSpPr>
          <p:spPr>
            <a:xfrm>
              <a:off x="0" y="1755648"/>
              <a:ext cx="12188952" cy="0"/>
            </a:xfrm>
            <a:prstGeom prst="line">
              <a:avLst/>
            </a:prstGeom>
            <a:ln w="3175">
              <a:solidFill>
                <a:schemeClr val="tx1">
                  <a:alpha val="20000"/>
                </a:schemeClr>
              </a:solidFill>
              <a:headEnd type="none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8" name="Straight Connector 27">
              <a:extLst>
                <a:ext uri="{FF2B5EF4-FFF2-40B4-BE49-F238E27FC236}">
                  <a16:creationId xmlns:a16="http://schemas.microsoft.com/office/drawing/2014/main" id="{F3E0130A-B11A-42AB-8439-3CB0569F1C08}"/>
                </a:ext>
              </a:extLst>
            </p:cNvPr>
            <p:cNvCxnSpPr/>
            <p:nvPr/>
          </p:nvCxnSpPr>
          <p:spPr>
            <a:xfrm>
              <a:off x="0" y="2048256"/>
              <a:ext cx="12188952" cy="0"/>
            </a:xfrm>
            <a:prstGeom prst="line">
              <a:avLst/>
            </a:prstGeom>
            <a:ln w="3175">
              <a:solidFill>
                <a:schemeClr val="tx1">
                  <a:alpha val="20000"/>
                </a:schemeClr>
              </a:solidFill>
              <a:headEnd type="none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9" name="Straight Connector 28">
              <a:extLst>
                <a:ext uri="{FF2B5EF4-FFF2-40B4-BE49-F238E27FC236}">
                  <a16:creationId xmlns:a16="http://schemas.microsoft.com/office/drawing/2014/main" id="{0840B631-CB23-44B8-823B-56619D54F0E4}"/>
                </a:ext>
              </a:extLst>
            </p:cNvPr>
            <p:cNvCxnSpPr/>
            <p:nvPr/>
          </p:nvCxnSpPr>
          <p:spPr>
            <a:xfrm>
              <a:off x="0" y="2340864"/>
              <a:ext cx="12188952" cy="0"/>
            </a:xfrm>
            <a:prstGeom prst="line">
              <a:avLst/>
            </a:prstGeom>
            <a:ln w="3175">
              <a:solidFill>
                <a:schemeClr val="tx1">
                  <a:alpha val="20000"/>
                </a:schemeClr>
              </a:solidFill>
              <a:headEnd type="none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0" name="Straight Connector 29">
              <a:extLst>
                <a:ext uri="{FF2B5EF4-FFF2-40B4-BE49-F238E27FC236}">
                  <a16:creationId xmlns:a16="http://schemas.microsoft.com/office/drawing/2014/main" id="{C7DD460B-BBE5-43D6-95DF-C1C1CC6239C6}"/>
                </a:ext>
              </a:extLst>
            </p:cNvPr>
            <p:cNvCxnSpPr/>
            <p:nvPr/>
          </p:nvCxnSpPr>
          <p:spPr>
            <a:xfrm>
              <a:off x="0" y="2633472"/>
              <a:ext cx="12188952" cy="0"/>
            </a:xfrm>
            <a:prstGeom prst="line">
              <a:avLst/>
            </a:prstGeom>
            <a:ln w="3175">
              <a:solidFill>
                <a:schemeClr val="tx1">
                  <a:alpha val="20000"/>
                </a:schemeClr>
              </a:solidFill>
              <a:headEnd type="none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1" name="Straight Connector 30">
              <a:extLst>
                <a:ext uri="{FF2B5EF4-FFF2-40B4-BE49-F238E27FC236}">
                  <a16:creationId xmlns:a16="http://schemas.microsoft.com/office/drawing/2014/main" id="{7F5BEEB4-62B8-420A-9489-8319B9432C34}"/>
                </a:ext>
              </a:extLst>
            </p:cNvPr>
            <p:cNvCxnSpPr/>
            <p:nvPr/>
          </p:nvCxnSpPr>
          <p:spPr>
            <a:xfrm>
              <a:off x="0" y="2926080"/>
              <a:ext cx="12188952" cy="0"/>
            </a:xfrm>
            <a:prstGeom prst="line">
              <a:avLst/>
            </a:prstGeom>
            <a:ln w="3175">
              <a:solidFill>
                <a:schemeClr val="tx1">
                  <a:alpha val="20000"/>
                </a:schemeClr>
              </a:solidFill>
              <a:headEnd type="none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2" name="Straight Connector 31">
              <a:extLst>
                <a:ext uri="{FF2B5EF4-FFF2-40B4-BE49-F238E27FC236}">
                  <a16:creationId xmlns:a16="http://schemas.microsoft.com/office/drawing/2014/main" id="{79242164-82A4-4DA9-B78C-33430C241872}"/>
                </a:ext>
              </a:extLst>
            </p:cNvPr>
            <p:cNvCxnSpPr/>
            <p:nvPr/>
          </p:nvCxnSpPr>
          <p:spPr>
            <a:xfrm>
              <a:off x="0" y="3218688"/>
              <a:ext cx="12188952" cy="0"/>
            </a:xfrm>
            <a:prstGeom prst="line">
              <a:avLst/>
            </a:prstGeom>
            <a:ln w="3175">
              <a:solidFill>
                <a:schemeClr val="tx1">
                  <a:alpha val="20000"/>
                </a:schemeClr>
              </a:solidFill>
              <a:headEnd type="none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3" name="Straight Connector 32">
              <a:extLst>
                <a:ext uri="{FF2B5EF4-FFF2-40B4-BE49-F238E27FC236}">
                  <a16:creationId xmlns:a16="http://schemas.microsoft.com/office/drawing/2014/main" id="{1D8767DD-4892-4904-AE72-87087DD9CCC2}"/>
                </a:ext>
              </a:extLst>
            </p:cNvPr>
            <p:cNvCxnSpPr/>
            <p:nvPr/>
          </p:nvCxnSpPr>
          <p:spPr>
            <a:xfrm>
              <a:off x="0" y="3511296"/>
              <a:ext cx="12188952" cy="0"/>
            </a:xfrm>
            <a:prstGeom prst="line">
              <a:avLst/>
            </a:prstGeom>
            <a:ln w="3175">
              <a:solidFill>
                <a:schemeClr val="tx1">
                  <a:alpha val="20000"/>
                </a:schemeClr>
              </a:solidFill>
              <a:headEnd type="none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9" name="Straight Connector 38">
              <a:extLst>
                <a:ext uri="{FF2B5EF4-FFF2-40B4-BE49-F238E27FC236}">
                  <a16:creationId xmlns:a16="http://schemas.microsoft.com/office/drawing/2014/main" id="{245FC793-2AD0-4021-B3FB-391EDDE6CB63}"/>
                </a:ext>
              </a:extLst>
            </p:cNvPr>
            <p:cNvCxnSpPr/>
            <p:nvPr userDrawn="1"/>
          </p:nvCxnSpPr>
          <p:spPr>
            <a:xfrm>
              <a:off x="0" y="3803904"/>
              <a:ext cx="12188952" cy="0"/>
            </a:xfrm>
            <a:prstGeom prst="line">
              <a:avLst/>
            </a:prstGeom>
            <a:ln w="3175">
              <a:solidFill>
                <a:schemeClr val="tx1">
                  <a:alpha val="20000"/>
                </a:schemeClr>
              </a:solidFill>
              <a:headEnd type="none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0" name="Straight Connector 39">
              <a:extLst>
                <a:ext uri="{FF2B5EF4-FFF2-40B4-BE49-F238E27FC236}">
                  <a16:creationId xmlns:a16="http://schemas.microsoft.com/office/drawing/2014/main" id="{8091C6C8-296D-4AA9-8F03-7DEA5FA7D71A}"/>
                </a:ext>
              </a:extLst>
            </p:cNvPr>
            <p:cNvCxnSpPr/>
            <p:nvPr userDrawn="1"/>
          </p:nvCxnSpPr>
          <p:spPr>
            <a:xfrm>
              <a:off x="0" y="4096512"/>
              <a:ext cx="12188952" cy="0"/>
            </a:xfrm>
            <a:prstGeom prst="line">
              <a:avLst/>
            </a:prstGeom>
            <a:ln w="3175">
              <a:solidFill>
                <a:schemeClr val="tx1">
                  <a:alpha val="20000"/>
                </a:schemeClr>
              </a:solidFill>
              <a:headEnd type="none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1" name="Straight Connector 40">
              <a:extLst>
                <a:ext uri="{FF2B5EF4-FFF2-40B4-BE49-F238E27FC236}">
                  <a16:creationId xmlns:a16="http://schemas.microsoft.com/office/drawing/2014/main" id="{71CBDA8A-698A-4B1C-BC41-CD72C2900FE8}"/>
                </a:ext>
              </a:extLst>
            </p:cNvPr>
            <p:cNvCxnSpPr/>
            <p:nvPr userDrawn="1"/>
          </p:nvCxnSpPr>
          <p:spPr>
            <a:xfrm>
              <a:off x="0" y="4389120"/>
              <a:ext cx="12188952" cy="0"/>
            </a:xfrm>
            <a:prstGeom prst="line">
              <a:avLst/>
            </a:prstGeom>
            <a:ln w="3175">
              <a:solidFill>
                <a:schemeClr val="tx1">
                  <a:alpha val="20000"/>
                </a:schemeClr>
              </a:solidFill>
              <a:headEnd type="none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2" name="Straight Connector 41">
              <a:extLst>
                <a:ext uri="{FF2B5EF4-FFF2-40B4-BE49-F238E27FC236}">
                  <a16:creationId xmlns:a16="http://schemas.microsoft.com/office/drawing/2014/main" id="{F0780C82-EF19-43A2-BF1B-31FDFBA092CA}"/>
                </a:ext>
              </a:extLst>
            </p:cNvPr>
            <p:cNvCxnSpPr/>
            <p:nvPr userDrawn="1"/>
          </p:nvCxnSpPr>
          <p:spPr>
            <a:xfrm>
              <a:off x="0" y="4681728"/>
              <a:ext cx="12188952" cy="0"/>
            </a:xfrm>
            <a:prstGeom prst="line">
              <a:avLst/>
            </a:prstGeom>
            <a:ln w="3175">
              <a:solidFill>
                <a:schemeClr val="tx1">
                  <a:alpha val="20000"/>
                </a:schemeClr>
              </a:solidFill>
              <a:headEnd type="none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3" name="Straight Connector 42">
              <a:extLst>
                <a:ext uri="{FF2B5EF4-FFF2-40B4-BE49-F238E27FC236}">
                  <a16:creationId xmlns:a16="http://schemas.microsoft.com/office/drawing/2014/main" id="{13492339-9370-44E2-8C4D-414393DEB764}"/>
                </a:ext>
              </a:extLst>
            </p:cNvPr>
            <p:cNvCxnSpPr/>
            <p:nvPr userDrawn="1"/>
          </p:nvCxnSpPr>
          <p:spPr>
            <a:xfrm>
              <a:off x="0" y="4974336"/>
              <a:ext cx="12188952" cy="0"/>
            </a:xfrm>
            <a:prstGeom prst="line">
              <a:avLst/>
            </a:prstGeom>
            <a:ln w="3175">
              <a:solidFill>
                <a:schemeClr val="tx1">
                  <a:alpha val="20000"/>
                </a:schemeClr>
              </a:solidFill>
              <a:headEnd type="none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4" name="Straight Connector 43">
              <a:extLst>
                <a:ext uri="{FF2B5EF4-FFF2-40B4-BE49-F238E27FC236}">
                  <a16:creationId xmlns:a16="http://schemas.microsoft.com/office/drawing/2014/main" id="{EBF7CE2A-C0A7-4C6F-88B8-E40107AE34E8}"/>
                </a:ext>
              </a:extLst>
            </p:cNvPr>
            <p:cNvCxnSpPr/>
            <p:nvPr userDrawn="1"/>
          </p:nvCxnSpPr>
          <p:spPr>
            <a:xfrm>
              <a:off x="0" y="5266944"/>
              <a:ext cx="12188952" cy="0"/>
            </a:xfrm>
            <a:prstGeom prst="line">
              <a:avLst/>
            </a:prstGeom>
            <a:ln w="3175">
              <a:solidFill>
                <a:schemeClr val="tx1">
                  <a:alpha val="20000"/>
                </a:schemeClr>
              </a:solidFill>
              <a:headEnd type="none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5" name="Straight Connector 44">
              <a:extLst>
                <a:ext uri="{FF2B5EF4-FFF2-40B4-BE49-F238E27FC236}">
                  <a16:creationId xmlns:a16="http://schemas.microsoft.com/office/drawing/2014/main" id="{CCD7A1D0-B060-4037-BFAE-80FAF89CC35F}"/>
                </a:ext>
              </a:extLst>
            </p:cNvPr>
            <p:cNvCxnSpPr/>
            <p:nvPr userDrawn="1"/>
          </p:nvCxnSpPr>
          <p:spPr>
            <a:xfrm>
              <a:off x="0" y="5559552"/>
              <a:ext cx="12188952" cy="0"/>
            </a:xfrm>
            <a:prstGeom prst="line">
              <a:avLst/>
            </a:prstGeom>
            <a:ln w="3175">
              <a:solidFill>
                <a:schemeClr val="tx1">
                  <a:alpha val="20000"/>
                </a:schemeClr>
              </a:solidFill>
              <a:headEnd type="none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6" name="Straight Connector 45">
              <a:extLst>
                <a:ext uri="{FF2B5EF4-FFF2-40B4-BE49-F238E27FC236}">
                  <a16:creationId xmlns:a16="http://schemas.microsoft.com/office/drawing/2014/main" id="{2A121C21-7F60-43D7-B9B4-682B9D22E24D}"/>
                </a:ext>
              </a:extLst>
            </p:cNvPr>
            <p:cNvCxnSpPr/>
            <p:nvPr userDrawn="1"/>
          </p:nvCxnSpPr>
          <p:spPr>
            <a:xfrm>
              <a:off x="0" y="5852160"/>
              <a:ext cx="12188952" cy="0"/>
            </a:xfrm>
            <a:prstGeom prst="line">
              <a:avLst/>
            </a:prstGeom>
            <a:ln w="3175">
              <a:solidFill>
                <a:schemeClr val="tx1">
                  <a:alpha val="20000"/>
                </a:schemeClr>
              </a:solidFill>
              <a:headEnd type="none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3" name=".64 square" hidden="1">
            <a:extLst>
              <a:ext uri="{FF2B5EF4-FFF2-40B4-BE49-F238E27FC236}">
                <a16:creationId xmlns:a16="http://schemas.microsoft.com/office/drawing/2014/main" id="{90E0CE0A-15D7-405F-8DFA-B7F5AF47B03C}"/>
              </a:ext>
            </a:extLst>
          </p:cNvPr>
          <p:cNvSpPr/>
          <p:nvPr userDrawn="1"/>
        </p:nvSpPr>
        <p:spPr bwMode="auto">
          <a:xfrm>
            <a:off x="0" y="0"/>
            <a:ext cx="585216" cy="585216"/>
          </a:xfrm>
          <a:prstGeom prst="rect">
            <a:avLst/>
          </a:prstGeom>
          <a:solidFill>
            <a:schemeClr val="tx1">
              <a:alpha val="17000"/>
            </a:schemeClr>
          </a:solidFill>
          <a:ln>
            <a:noFill/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82880" tIns="146304" rIns="182880" bIns="146304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algn="ctr" defTabSz="932519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endParaRPr lang="en-US" sz="2400" dirty="0">
              <a:gradFill>
                <a:gsLst>
                  <a:gs pos="0">
                    <a:srgbClr val="FFFFFF"/>
                  </a:gs>
                  <a:gs pos="100000">
                    <a:srgbClr val="FFFFFF"/>
                  </a:gs>
                </a:gsLst>
                <a:lin ang="5400000" scaled="0"/>
              </a:gradFill>
              <a:ea typeface="Segoe UI" pitchFamily="34" charset="0"/>
              <a:cs typeface="Segoe UI" pitchFamily="34" charset="0"/>
            </a:endParaRPr>
          </a:p>
        </p:txBody>
      </p:sp>
      <p:sp>
        <p:nvSpPr>
          <p:cNvPr id="35" name=".32 square" hidden="1">
            <a:extLst>
              <a:ext uri="{FF2B5EF4-FFF2-40B4-BE49-F238E27FC236}">
                <a16:creationId xmlns:a16="http://schemas.microsoft.com/office/drawing/2014/main" id="{09835393-211C-428D-B22F-51EE7A413599}"/>
              </a:ext>
            </a:extLst>
          </p:cNvPr>
          <p:cNvSpPr/>
          <p:nvPr userDrawn="1"/>
        </p:nvSpPr>
        <p:spPr bwMode="auto">
          <a:xfrm>
            <a:off x="0" y="0"/>
            <a:ext cx="292608" cy="292608"/>
          </a:xfrm>
          <a:prstGeom prst="rect">
            <a:avLst/>
          </a:prstGeom>
          <a:solidFill>
            <a:schemeClr val="tx1">
              <a:alpha val="17000"/>
            </a:schemeClr>
          </a:solidFill>
          <a:ln>
            <a:noFill/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82880" tIns="146304" rIns="182880" bIns="146304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algn="ctr" defTabSz="932519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endParaRPr lang="en-US" sz="2400" dirty="0">
              <a:gradFill>
                <a:gsLst>
                  <a:gs pos="0">
                    <a:srgbClr val="FFFFFF"/>
                  </a:gs>
                  <a:gs pos="100000">
                    <a:srgbClr val="FFFFFF"/>
                  </a:gs>
                </a:gsLst>
                <a:lin ang="5400000" scaled="0"/>
              </a:gradFill>
              <a:ea typeface="Segoe UI" pitchFamily="34" charset="0"/>
              <a:cs typeface="Segoe UI" pitchFamily="34" charset="0"/>
            </a:endParaRPr>
          </a:p>
        </p:txBody>
      </p:sp>
      <p:sp>
        <p:nvSpPr>
          <p:cNvPr id="50" name="Rectangle 49" descr="{&quot;templafy&quot;:{&quot;binding&quot;:&quot;{{Form.Footer}}&quot;,&quot;type&quot;:&quot;text&quot;}}">
            <a:extLst>
              <a:ext uri="{FF2B5EF4-FFF2-40B4-BE49-F238E27FC236}">
                <a16:creationId xmlns:a16="http://schemas.microsoft.com/office/drawing/2014/main" id="{31FF5E37-9042-4844-B9BE-993B8146017C}"/>
              </a:ext>
            </a:extLst>
          </p:cNvPr>
          <p:cNvSpPr/>
          <p:nvPr userDrawn="1"/>
        </p:nvSpPr>
        <p:spPr bwMode="auto">
          <a:xfrm>
            <a:off x="603380" y="6567866"/>
            <a:ext cx="9000000" cy="161105"/>
          </a:xfrm>
          <a:prstGeom prst="rect">
            <a:avLst/>
          </a:prstGeom>
          <a:noFill/>
          <a:ln>
            <a:noFill/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82880" tIns="146304" rIns="182880" bIns="146304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l" defTabSz="932519" fontAlgn="base">
              <a:spcBef>
                <a:spcPct val="0"/>
              </a:spcBef>
              <a:spcAft>
                <a:spcPct val="0"/>
              </a:spcAft>
            </a:pPr>
            <a:endParaRPr lang="en-GB" sz="750" dirty="0" err="1">
              <a:solidFill>
                <a:schemeClr val="tx1"/>
              </a:solidFill>
              <a:ea typeface="Segoe UI" pitchFamily="34" charset="0"/>
              <a:cs typeface="Segoe UI" pitchFamily="34" charset="0"/>
            </a:endParaRPr>
          </a:p>
        </p:txBody>
      </p:sp>
      <p:pic>
        <p:nvPicPr>
          <p:cNvPr id="52" name="Picture 51">
            <a:extLst>
              <a:ext uri="{FF2B5EF4-FFF2-40B4-BE49-F238E27FC236}">
                <a16:creationId xmlns:a16="http://schemas.microsoft.com/office/drawing/2014/main" id="{37D7AC4D-9491-4E01-B00E-358B03A637B8}"/>
              </a:ext>
            </a:extLst>
          </p:cNvPr>
          <p:cNvPicPr>
            <a:picLocks noChangeAspect="1"/>
          </p:cNvPicPr>
          <p:nvPr userDrawn="1"/>
        </p:nvPicPr>
        <p:blipFill>
          <a:blip r:embed="rId29"/>
          <a:stretch>
            <a:fillRect/>
          </a:stretch>
        </p:blipFill>
        <p:spPr>
          <a:xfrm>
            <a:off x="11410467" y="6561727"/>
            <a:ext cx="645078" cy="15374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8842767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4920" r:id="rId1"/>
    <p:sldLayoutId id="2147484833" r:id="rId2"/>
    <p:sldLayoutId id="2147484710" r:id="rId3"/>
    <p:sldLayoutId id="2147484240" r:id="rId4"/>
    <p:sldLayoutId id="2147484736" r:id="rId5"/>
    <p:sldLayoutId id="2147484474" r:id="rId6"/>
    <p:sldLayoutId id="2147484639" r:id="rId7"/>
    <p:sldLayoutId id="2147484603" r:id="rId8"/>
    <p:sldLayoutId id="2147484919" r:id="rId9"/>
    <p:sldLayoutId id="2147484751" r:id="rId10"/>
    <p:sldLayoutId id="2147484914" r:id="rId11"/>
    <p:sldLayoutId id="2147484835" r:id="rId12"/>
    <p:sldLayoutId id="2147484836" r:id="rId13"/>
    <p:sldLayoutId id="2147484837" r:id="rId14"/>
    <p:sldLayoutId id="2147484838" r:id="rId15"/>
    <p:sldLayoutId id="2147484923" r:id="rId16"/>
    <p:sldLayoutId id="2147484925" r:id="rId17"/>
    <p:sldLayoutId id="2147484839" r:id="rId18"/>
    <p:sldLayoutId id="2147484922" r:id="rId19"/>
    <p:sldLayoutId id="2147484783" r:id="rId20"/>
    <p:sldLayoutId id="2147484784" r:id="rId21"/>
    <p:sldLayoutId id="2147484787" r:id="rId22"/>
    <p:sldLayoutId id="2147484249" r:id="rId23"/>
    <p:sldLayoutId id="2147484671" r:id="rId24"/>
    <p:sldLayoutId id="2147484585" r:id="rId25"/>
    <p:sldLayoutId id="2147484924" r:id="rId26"/>
    <p:sldLayoutId id="2147484299" r:id="rId27"/>
  </p:sldLayoutIdLst>
  <p:transition>
    <p:fade/>
  </p:transition>
  <p:hf hdr="0" dt="0"/>
  <p:txStyles>
    <p:titleStyle>
      <a:lvl1pPr algn="l" defTabSz="932789" rtl="0" eaLnBrk="1" latinLnBrk="0" hangingPunct="1">
        <a:lnSpc>
          <a:spcPct val="100000"/>
        </a:lnSpc>
        <a:spcBef>
          <a:spcPct val="0"/>
        </a:spcBef>
        <a:buNone/>
        <a:defRPr lang="en-US" sz="2800" b="1" kern="1200" cap="none" spc="0" baseline="0" dirty="0" smtClean="0">
          <a:ln w="3175">
            <a:noFill/>
          </a:ln>
          <a:solidFill>
            <a:schemeClr val="tx1"/>
          </a:solidFill>
          <a:effectLst/>
          <a:latin typeface="+mj-lt"/>
          <a:ea typeface="+mn-ea"/>
          <a:cs typeface="Segoe UI" pitchFamily="34" charset="0"/>
        </a:defRPr>
      </a:lvl1pPr>
    </p:titleStyle>
    <p:bodyStyle>
      <a:lvl1pPr marL="228611" marR="0" indent="-228611" algn="l" defTabSz="932789" rtl="0" eaLnBrk="1" fontAlgn="auto" latinLnBrk="0" hangingPunct="1">
        <a:lnSpc>
          <a:spcPct val="100000"/>
        </a:lnSpc>
        <a:spcBef>
          <a:spcPts val="600"/>
        </a:spcBef>
        <a:spcAft>
          <a:spcPts val="0"/>
        </a:spcAft>
        <a:buClr>
          <a:schemeClr val="accent1"/>
        </a:buClr>
        <a:buSzPct val="100000"/>
        <a:buFont typeface="Arial" panose="020B0604020202020204" pitchFamily="34" charset="0"/>
        <a:buChar char="•"/>
        <a:tabLst/>
        <a:defRPr sz="1800" kern="1200" spc="0" baseline="0">
          <a:solidFill>
            <a:schemeClr val="tx1"/>
          </a:solidFill>
          <a:latin typeface="+mn-lt"/>
          <a:ea typeface="+mn-ea"/>
          <a:cs typeface="Segoe UI" panose="020B0502040204020203" pitchFamily="34" charset="0"/>
        </a:defRPr>
      </a:lvl1pPr>
      <a:lvl2pPr marL="457223" marR="0" indent="-228611" algn="l" defTabSz="932789" rtl="0" eaLnBrk="1" fontAlgn="auto" latinLnBrk="0" hangingPunct="1">
        <a:lnSpc>
          <a:spcPct val="100000"/>
        </a:lnSpc>
        <a:spcBef>
          <a:spcPts val="300"/>
        </a:spcBef>
        <a:spcAft>
          <a:spcPts val="0"/>
        </a:spcAft>
        <a:buClr>
          <a:schemeClr val="accent1"/>
        </a:buClr>
        <a:buSzPct val="100000"/>
        <a:buFont typeface="Arial" panose="020B0604020202020204" pitchFamily="34" charset="0"/>
        <a:buChar char="•"/>
        <a:tabLst/>
        <a:defRPr sz="1600" kern="1200" spc="0" baseline="0">
          <a:solidFill>
            <a:schemeClr val="tx1"/>
          </a:solidFill>
          <a:latin typeface="+mn-lt"/>
          <a:ea typeface="+mn-ea"/>
          <a:cs typeface="+mn-cs"/>
        </a:defRPr>
      </a:lvl2pPr>
      <a:lvl3pPr marL="657258" marR="0" indent="-200035" algn="l" defTabSz="932789" rtl="0" eaLnBrk="1" fontAlgn="auto" latinLnBrk="0" hangingPunct="1">
        <a:lnSpc>
          <a:spcPct val="100000"/>
        </a:lnSpc>
        <a:spcBef>
          <a:spcPts val="300"/>
        </a:spcBef>
        <a:spcAft>
          <a:spcPts val="0"/>
        </a:spcAft>
        <a:buClr>
          <a:schemeClr val="accent1"/>
        </a:buClr>
        <a:buSzPct val="100000"/>
        <a:buFont typeface="Arial" panose="020B0604020202020204" pitchFamily="34" charset="0"/>
        <a:buChar char="•"/>
        <a:tabLst/>
        <a:defRPr sz="1200" kern="1200" spc="0" baseline="0">
          <a:solidFill>
            <a:schemeClr val="tx1"/>
          </a:solidFill>
          <a:latin typeface="+mn-lt"/>
          <a:ea typeface="+mn-ea"/>
          <a:cs typeface="+mn-cs"/>
        </a:defRPr>
      </a:lvl3pPr>
      <a:lvl4pPr marL="843005" marR="0" indent="-180984" algn="l" defTabSz="932789" rtl="0" eaLnBrk="1" fontAlgn="auto" latinLnBrk="0" hangingPunct="1">
        <a:lnSpc>
          <a:spcPct val="100000"/>
        </a:lnSpc>
        <a:spcBef>
          <a:spcPts val="300"/>
        </a:spcBef>
        <a:spcAft>
          <a:spcPts val="0"/>
        </a:spcAft>
        <a:buClr>
          <a:schemeClr val="accent1"/>
        </a:buClr>
        <a:buSzPct val="100000"/>
        <a:buFont typeface="Arial" panose="020B0604020202020204" pitchFamily="34" charset="0"/>
        <a:buChar char="•"/>
        <a:tabLst/>
        <a:defRPr sz="1100" kern="1200" spc="0" baseline="0">
          <a:solidFill>
            <a:schemeClr val="tx1"/>
          </a:solidFill>
          <a:latin typeface="+mn-lt"/>
          <a:ea typeface="+mn-ea"/>
          <a:cs typeface="+mn-cs"/>
        </a:defRPr>
      </a:lvl4pPr>
      <a:lvl5pPr marL="1023989" marR="0" indent="-168284" algn="l" defTabSz="932789" rtl="0" eaLnBrk="1" fontAlgn="auto" latinLnBrk="0" hangingPunct="1">
        <a:lnSpc>
          <a:spcPct val="100000"/>
        </a:lnSpc>
        <a:spcBef>
          <a:spcPts val="300"/>
        </a:spcBef>
        <a:spcAft>
          <a:spcPts val="0"/>
        </a:spcAft>
        <a:buClr>
          <a:schemeClr val="accent1"/>
        </a:buClr>
        <a:buSzPct val="100000"/>
        <a:buFont typeface="Arial" panose="020B0604020202020204" pitchFamily="34" charset="0"/>
        <a:buChar char="•"/>
        <a:tabLst/>
        <a:defRPr sz="1100" kern="1200" spc="0" baseline="0">
          <a:solidFill>
            <a:schemeClr val="tx1"/>
          </a:solidFill>
          <a:latin typeface="+mn-lt"/>
          <a:ea typeface="+mn-ea"/>
          <a:cs typeface="+mn-cs"/>
        </a:defRPr>
      </a:lvl5pPr>
      <a:lvl6pPr marL="2565168" indent="-233198" algn="l" defTabSz="932789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3031564" indent="-233198" algn="l" defTabSz="932789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97958" indent="-233198" algn="l" defTabSz="932789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964354" indent="-233198" algn="l" defTabSz="932789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32789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66395" algn="l" defTabSz="932789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32789" algn="l" defTabSz="932789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99183" algn="l" defTabSz="932789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65577" algn="l" defTabSz="932789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331973" algn="l" defTabSz="932789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98366" algn="l" defTabSz="932789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64761" algn="l" defTabSz="932789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731156" algn="l" defTabSz="932789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6" pos="368" userDrawn="1">
          <p15:clr>
            <a:srgbClr val="C35EA4"/>
          </p15:clr>
        </p15:guide>
        <p15:guide id="17" pos="7313" userDrawn="1">
          <p15:clr>
            <a:srgbClr val="C35EA4"/>
          </p15:clr>
        </p15:guide>
        <p15:guide id="25" orient="horz" pos="369" userDrawn="1">
          <p15:clr>
            <a:srgbClr val="C35EA4"/>
          </p15:clr>
        </p15:guide>
        <p15:guide id="26" orient="horz" pos="3949" userDrawn="1">
          <p15:clr>
            <a:srgbClr val="C35EA4"/>
          </p15:clr>
        </p15:guide>
        <p15:guide id="27" orient="horz" pos="184" userDrawn="1">
          <p15:clr>
            <a:srgbClr val="A4A3A4"/>
          </p15:clr>
        </p15:guide>
        <p15:guide id="28" pos="186" userDrawn="1">
          <p15:clr>
            <a:srgbClr val="A4A3A4"/>
          </p15:clr>
        </p15:guide>
        <p15:guide id="29" orient="horz" pos="4135" userDrawn="1">
          <p15:clr>
            <a:srgbClr val="A4A3A4"/>
          </p15:clr>
        </p15:guide>
        <p15:guide id="30" pos="7495" userDrawn="1">
          <p15:clr>
            <a:srgbClr val="A4A3A4"/>
          </p15:clr>
        </p15:guide>
      </p15:sldGuideLst>
    </p:ext>
  </p:extLst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tags" Target="../tags/tag1.xml"/><Relationship Id="rId2" Type="http://schemas.openxmlformats.org/officeDocument/2006/relationships/tags" Target="../tags/tag2.xml"/><Relationship Id="rId3" Type="http://schemas.openxmlformats.org/officeDocument/2006/relationships/slideLayout" Target="../slideLayouts/slideLayout7.xml"/><Relationship Id="rId4" Type="http://schemas.openxmlformats.org/officeDocument/2006/relationships/image" Target="../media/image2.png"/><Relationship Id="rId5" Type="http://schemas.openxmlformats.org/officeDocument/2006/relationships/image" Target="../media/image3.png"/><Relationship Id="rId6" Type="http://schemas.openxmlformats.org/officeDocument/2006/relationships/image" Target="../media/image4.png"/><Relationship Id="rId7" Type="http://schemas.openxmlformats.org/officeDocument/2006/relationships/image" Target="../media/image5.emf"/><Relationship Id="rId8" Type="http://schemas.openxmlformats.org/officeDocument/2006/relationships/image" Target="../media/image6.emf"/><Relationship Id="rId9" Type="http://schemas.openxmlformats.org/officeDocument/2006/relationships/image" Target="../media/image7.png"/><Relationship Id="rId10" Type="http://schemas.openxmlformats.org/officeDocument/2006/relationships/image" Target="../media/image8.jpg"/><Relationship Id="rId11" Type="http://schemas.openxmlformats.org/officeDocument/2006/relationships/image" Target="../media/image9.png"/><Relationship Id="rId12" Type="http://schemas.openxmlformats.org/officeDocument/2006/relationships/chart" Target="../charts/chart1.xml"/><Relationship Id="rId13" Type="http://schemas.openxmlformats.org/officeDocument/2006/relationships/image" Target="../media/image10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1">
            <a:extLst>
              <a:ext uri="{FF2B5EF4-FFF2-40B4-BE49-F238E27FC236}">
                <a16:creationId xmlns:a16="http://schemas.microsoft.com/office/drawing/2014/main" id="{7C995DB8-75D8-49DC-0386-88FDA751971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51712" y="1005840"/>
            <a:ext cx="1556512" cy="414731"/>
          </a:xfrm>
          <a:solidFill>
            <a:srgbClr val="2F2F2F"/>
          </a:solidFill>
        </p:spPr>
        <p:txBody>
          <a:bodyPr lIns="0" rIns="0" anchor="ctr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</a:pPr>
            <a:r>
              <a:rPr lang="zh-CN" sz="2200" b="1" dirty="0" altLang="en-US">
                <a:solidFill>
                  <a:schemeClr val="bg1"/>
                </a:solidFill>
                <a:latin typeface="Aharoni" panose="020F0502020204030204" pitchFamily="34" charset="0"/>
                <a:ea typeface="Noto Sans SC Static Black"/>
                <a:cs typeface="Aharoni" panose="020F0502020204030204" pitchFamily="34" charset="0"/>
              </a:rPr>
              <a:t>作品简介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455E59B8-9F4D-053C-0F8B-5ED9412D6AB0}"/>
              </a:ext>
            </a:extLst>
          </p:cNvPr>
          <p:cNvSpPr txBox="1"/>
          <p:nvPr/>
        </p:nvSpPr>
        <p:spPr>
          <a:xfrm>
            <a:off x="210312" y="146304"/>
            <a:ext cx="5760720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>
                <a:ea typeface="Noto Sans SC Static"/>
              </a:defRPr>
            </a:pPr>
            <a:r>
              <a:rPr kumimoji="0" lang="zh-CN" sz="2400" b="1" i="0" u="none" strike="noStrike" kern="1200" cap="none" spc="0" normalizeH="0" baseline="0" noProof="0" dirty="0" altLang="en-US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华文中宋"/>
                <a:cs typeface="Times New Roman" panose="02020603050405020304" pitchFamily="18" charset="0"/>
                <a:sym typeface="+mn-ea"/>
              </a:rPr>
              <a:t>GlideLink：基于AMD FPGA的</a:t>
            </a:r>
          </a:p>
          <a:p>
            <a:pPr marL="0" marR="0" lvl="0" indent="0" algn="l" defTabSz="914400" rtl="0" eaLnBrk="1" fontAlgn="auto" latinLnBrk="0" hangingPunct="1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>
                <a:ea typeface="Noto Sans SC Static"/>
              </a:defRPr>
            </a:pPr>
            <a:r>
              <a:rPr kumimoji="0" lang="zh-CN" sz="2400" b="1" i="0" u="none" strike="noStrike" kern="1200" cap="none" spc="0" normalizeH="0" baseline="0" noProof="0" dirty="0" altLang="en-US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华文中宋"/>
                <a:cs typeface="Times New Roman" panose="02020603050405020304" pitchFamily="18" charset="0"/>
                <a:sym typeface="+mn-ea"/>
              </a:rPr>
              <a:t>DeepJSCC-Q实时无线图像传输</a:t>
            </a:r>
          </a:p>
        </p:txBody>
      </p:sp>
      <p:sp>
        <p:nvSpPr>
          <p:cNvPr id="10" name="Title 1">
            <a:extLst>
              <a:ext uri="{FF2B5EF4-FFF2-40B4-BE49-F238E27FC236}">
                <a16:creationId xmlns:a16="http://schemas.microsoft.com/office/drawing/2014/main" id="{F4287D67-CCD3-19BE-8AF4-A871E54A8F95}"/>
              </a:ext>
            </a:extLst>
          </p:cNvPr>
          <p:cNvSpPr txBox="1"/>
          <p:nvPr/>
        </p:nvSpPr>
        <p:spPr>
          <a:xfrm>
            <a:off x="7733160" y="2090674"/>
            <a:ext cx="411468" cy="1556512"/>
          </a:xfrm>
          <a:prstGeom prst="rect">
            <a:avLst/>
          </a:prstGeom>
          <a:solidFill>
            <a:srgbClr val="2F2F2F"/>
          </a:solidFill>
        </p:spPr>
        <p:txBody>
          <a:bodyPr vert="wordArtVert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Noto Sans SC Static"/>
                <a:cs typeface="+mj-cs"/>
              </a:defRPr>
            </a:lvl1pPr>
          </a:lstStyle>
          <a:p>
            <a:pPr marL="0" marR="0" lvl="0" indent="0" algn="ctr" defTabSz="914400" rtl="0" eaLnBrk="1" fontAlgn="auto" latinLnBrk="0" hangingPunct="1">
              <a:lnSpc>
                <a:spcPct val="9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>
                <a:ea typeface="Noto Sans SC Static"/>
              </a:defRPr>
            </a:pPr>
            <a:endParaRPr kumimoji="0" lang="en-US" sz="700" b="1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Noto Sans SC Static"/>
              <a:cs typeface="+mj-cs"/>
            </a:endParaRPr>
          </a:p>
        </p:txBody>
      </p:sp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C6959FA9-7E35-379E-77F4-1F6BBF5DF8D9}"/>
              </a:ext>
            </a:extLst>
          </p:cNvPr>
          <p:cNvCxnSpPr>
            <a:cxnSpLocks/>
          </p:cNvCxnSpPr>
          <p:nvPr/>
        </p:nvCxnSpPr>
        <p:spPr>
          <a:xfrm>
            <a:off x="5986823" y="174738"/>
            <a:ext cx="2322305" cy="1743280"/>
          </a:xfrm>
          <a:prstGeom prst="line">
            <a:avLst/>
          </a:prstGeom>
          <a:ln w="1270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933CCBA0-FAB3-2B8C-FF7C-6D01676E605B}"/>
              </a:ext>
            </a:extLst>
          </p:cNvPr>
          <p:cNvCxnSpPr>
            <a:cxnSpLocks/>
          </p:cNvCxnSpPr>
          <p:nvPr/>
        </p:nvCxnSpPr>
        <p:spPr>
          <a:xfrm flipV="1">
            <a:off x="8309128" y="1906544"/>
            <a:ext cx="3703067" cy="10740"/>
          </a:xfrm>
          <a:prstGeom prst="line">
            <a:avLst/>
          </a:prstGeom>
          <a:ln w="1270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4" name="Straight Connector 13">
            <a:extLst>
              <a:ext uri="{FF2B5EF4-FFF2-40B4-BE49-F238E27FC236}">
                <a16:creationId xmlns:a16="http://schemas.microsoft.com/office/drawing/2014/main" id="{F1E00891-515C-956C-17FC-86789D545647}"/>
              </a:ext>
            </a:extLst>
          </p:cNvPr>
          <p:cNvCxnSpPr>
            <a:cxnSpLocks/>
          </p:cNvCxnSpPr>
          <p:nvPr/>
        </p:nvCxnSpPr>
        <p:spPr>
          <a:xfrm>
            <a:off x="8309128" y="1918018"/>
            <a:ext cx="0" cy="4729429"/>
          </a:xfrm>
          <a:prstGeom prst="line">
            <a:avLst/>
          </a:prstGeom>
          <a:ln w="1270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29" name="TextBox 28">
            <a:extLst>
              <a:ext uri="{FF2B5EF4-FFF2-40B4-BE49-F238E27FC236}">
                <a16:creationId xmlns:a16="http://schemas.microsoft.com/office/drawing/2014/main" id="{A2861224-2DEF-8496-CEB1-1EEE08DC3753}"/>
              </a:ext>
            </a:extLst>
          </p:cNvPr>
          <p:cNvSpPr txBox="1"/>
          <p:nvPr/>
        </p:nvSpPr>
        <p:spPr>
          <a:xfrm>
            <a:off x="6858000" y="236828"/>
            <a:ext cx="3017520" cy="27559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>
                <a:ea typeface="Noto Sans SC Static"/>
              </a:defRPr>
            </a:pPr>
            <a:r>
              <a:rPr kumimoji="0" lang="zh-CN" altLang="en-US" sz="15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华文中宋"/>
                <a:cs typeface="Times New Roman" panose="02020603050405020304" pitchFamily="18" charset="0"/>
                <a:sym typeface="+mn-ea"/>
              </a:rPr>
              <a:t>范存玺  王钟毓  杨俊贤</a:t>
            </a:r>
          </a:p>
        </p:txBody>
      </p:sp>
      <p:sp>
        <p:nvSpPr>
          <p:cNvPr id="30" name="文本框 4">
            <a:extLst>
              <a:ext uri="{FF2B5EF4-FFF2-40B4-BE49-F238E27FC236}">
                <a16:creationId xmlns:a16="http://schemas.microsoft.com/office/drawing/2014/main" id="{3AD9C1E2-56A2-91FD-2214-C3508F5F5345}"/>
              </a:ext>
            </a:extLst>
          </p:cNvPr>
          <p:cNvSpPr txBox="1"/>
          <p:nvPr/>
        </p:nvSpPr>
        <p:spPr>
          <a:xfrm>
            <a:off x="10058400" y="1243584"/>
            <a:ext cx="2103120" cy="365760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defPPr>
              <a:defRPr lang="en-US">
                <a:ea typeface="Noto Sans SC Static"/>
              </a:defRPr>
            </a:defPPr>
            <a:lvl1pPr indent="0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1100" i="1">
                <a:latin typeface="Times New Roman" panose="02020603050405020304" pitchFamily="18" charset="0"/>
                <a:ea typeface="华文中宋"/>
                <a:cs typeface="Times New Roman" panose="02020603050405020304" pitchFamily="18" charset="0"/>
              </a:defRPr>
            </a:lvl1pPr>
            <a:lvl2pPr marL="6858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>
                <a:ea typeface="Noto Sans SC Static"/>
              </a:defRPr>
            </a:lvl2pPr>
            <a:lvl3pPr marL="11430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>
                <a:ea typeface="Noto Sans SC Static"/>
              </a:defRPr>
            </a:lvl3pPr>
            <a:lvl4pPr marL="16002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4pPr>
            <a:lvl5pPr marL="20574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5pPr>
            <a:lvl6pPr marL="25146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6pPr>
            <a:lvl7pPr marL="29718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7pPr>
            <a:lvl8pPr marL="34290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8pPr>
            <a:lvl9pPr marL="38862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9pPr>
          </a:lstStyle>
          <a:p>
            <a:pPr marL="0" marR="0" lvl="0" indent="0" algn="ctr" defTabSz="914400" rtl="0" eaLnBrk="1" fontAlgn="auto" latinLnBrk="0" hangingPunct="1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>
                <a:ea typeface="Noto Sans SC Static"/>
              </a:defRPr>
            </a:pPr>
            <a:r>
              <a:rPr kumimoji="0" lang="zh-CN" altLang="en-US" sz="1000" b="1" i="1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华文中宋"/>
                <a:cs typeface="Times New Roman" panose="02020603050405020304" pitchFamily="18" charset="0"/>
              </a:rPr>
              <a:t>板上实测：左为RX，右为TX</a:t>
            </a:r>
          </a:p>
          <a:p>
            <a:pPr marL="0" marR="0" lvl="0" indent="0" algn="ctr" defTabSz="914400" rtl="0" eaLnBrk="1" fontAlgn="auto" latinLnBrk="0" hangingPunct="1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>
                <a:ea typeface="Noto Sans SC Static"/>
              </a:defRPr>
            </a:pPr>
            <a:r>
              <a:rPr kumimoji="0" lang="zh-CN" altLang="en-US" sz="1000" b="1" i="1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华文中宋"/>
                <a:cs typeface="Times New Roman" panose="02020603050405020304" pitchFamily="18" charset="0"/>
              </a:rPr>
              <a:t>AMD Zynq UltraScale+ MPSoC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4B2BC273-1ABD-8CAB-E5D8-4D352647280A}"/>
              </a:ext>
            </a:extLst>
          </p:cNvPr>
          <p:cNvSpPr txBox="1"/>
          <p:nvPr/>
        </p:nvSpPr>
        <p:spPr>
          <a:xfrm>
            <a:off x="7498079" y="438594"/>
            <a:ext cx="2286000" cy="645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4572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>
                <a:ea typeface="Noto Sans SC Static"/>
              </a:defRPr>
            </a:pPr>
            <a:r>
              <a:rPr kumimoji="0" lang="zh-CN" altLang="en-US" sz="15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华文中宋"/>
                <a:cs typeface="Times New Roman" panose="02020603050405020304" pitchFamily="18" charset="0"/>
                <a:sym typeface="+mn-ea"/>
              </a:rPr>
              <a:t>电子科技大学</a:t>
            </a:r>
          </a:p>
          <a:p>
            <a:pPr marL="0" marR="0" lvl="0" indent="0" algn="l" defTabSz="4572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>
                <a:ea typeface="Noto Sans SC Static"/>
              </a:defRPr>
            </a:pPr>
            <a:r>
              <a:rPr kumimoji="0" lang="zh-CN" altLang="en-US" sz="15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华文中宋"/>
                <a:cs typeface="Times New Roman" panose="02020603050405020304" pitchFamily="18" charset="0"/>
                <a:sym typeface="+mn-ea"/>
              </a:rPr>
              <a:t>四川省</a:t>
            </a:r>
          </a:p>
        </p:txBody>
      </p:sp>
      <p:sp>
        <p:nvSpPr>
          <p:cNvPr id="32" name="Title 1">
            <a:extLst>
              <a:ext uri="{FF2B5EF4-FFF2-40B4-BE49-F238E27FC236}">
                <a16:creationId xmlns:a16="http://schemas.microsoft.com/office/drawing/2014/main" id="{AE3CBA43-B054-3929-F3E6-E92043E5955C}"/>
              </a:ext>
            </a:extLst>
          </p:cNvPr>
          <p:cNvSpPr txBox="1"/>
          <p:nvPr/>
        </p:nvSpPr>
        <p:spPr>
          <a:xfrm>
            <a:off x="8507018" y="2052136"/>
            <a:ext cx="411468" cy="1556512"/>
          </a:xfrm>
          <a:prstGeom prst="rect">
            <a:avLst/>
          </a:prstGeom>
          <a:solidFill>
            <a:srgbClr val="2F2F2F"/>
          </a:solidFill>
        </p:spPr>
        <p:txBody>
          <a:bodyPr vert="wordArtVert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Noto Sans SC Static"/>
                <a:cs typeface="+mj-cs"/>
              </a:defRPr>
            </a:lvl1pPr>
          </a:lstStyle>
          <a:p>
            <a:pPr marL="0" marR="0" lvl="0" indent="0" algn="ctr" defTabSz="914400" rtl="0" eaLnBrk="1" fontAlgn="auto" latinLnBrk="0" hangingPunct="1">
              <a:lnSpc>
                <a:spcPct val="9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>
                <a:ea typeface="Noto Sans SC Static"/>
              </a:defRPr>
            </a:pPr>
            <a:endParaRPr kumimoji="0" lang="en-US" sz="700" b="1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Noto Sans SC Static"/>
              <a:cs typeface="+mj-cs"/>
            </a:endParaRPr>
          </a:p>
        </p:txBody>
      </p:sp>
      <p:pic>
        <p:nvPicPr>
          <p:cNvPr id="39" name="Picture 38" descr="A black background with a black square&#10;&#10;Description automatically generated with medium confidence">
            <a:extLst>
              <a:ext uri="{FF2B5EF4-FFF2-40B4-BE49-F238E27FC236}">
                <a16:creationId xmlns:a16="http://schemas.microsoft.com/office/drawing/2014/main" id="{126B71EE-FA39-6F56-7769-2C9328852E8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209872" y="996093"/>
            <a:ext cx="1764303" cy="992420"/>
          </a:xfrm>
          <a:prstGeom prst="rect">
            <a:avLst/>
          </a:prstGeom>
        </p:spPr>
      </p:pic>
      <p:sp>
        <p:nvSpPr>
          <p:cNvPr id="40" name="TextBox 39"/>
          <p:cNvSpPr txBox="1"/>
          <p:nvPr/>
        </p:nvSpPr>
        <p:spPr>
          <a:xfrm>
            <a:off x="7733160" y="2090674"/>
            <a:ext cx="411468" cy="15565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ts val="2200"/>
              </a:lnSpc>
              <a:spcBef>
                <a:spcPts val="0"/>
              </a:spcBef>
            </a:pPr>
            <a:r>
              <a:rPr sz="2200" b="1" lang="zh-CN" altLang="en-US">
                <a:solidFill>
                  <a:srgbClr val="FFFFFF"/>
                </a:solidFill>
                <a:ea typeface="Noto Sans SC Static"/>
              </a:rPr>
              <a:t>创</a:t>
            </a:r>
          </a:p>
          <a:p>
            <a:pPr algn="ctr">
              <a:lnSpc>
                <a:spcPts val="2200"/>
              </a:lnSpc>
              <a:spcBef>
                <a:spcPts val="0"/>
              </a:spcBef>
            </a:pPr>
            <a:r>
              <a:rPr sz="2200" b="1" lang="zh-CN" altLang="en-US">
                <a:solidFill>
                  <a:srgbClr val="FFFFFF"/>
                </a:solidFill>
                <a:ea typeface="Noto Sans SC Static"/>
              </a:rPr>
              <a:t>新</a:t>
            </a:r>
          </a:p>
          <a:p>
            <a:pPr algn="ctr">
              <a:lnSpc>
                <a:spcPts val="2200"/>
              </a:lnSpc>
              <a:spcBef>
                <a:spcPts val="0"/>
              </a:spcBef>
            </a:pPr>
            <a:r>
              <a:rPr sz="2200" b="1" lang="zh-CN" altLang="en-US">
                <a:solidFill>
                  <a:srgbClr val="FFFFFF"/>
                </a:solidFill>
                <a:ea typeface="Noto Sans SC Static"/>
              </a:rPr>
              <a:t>设</a:t>
            </a:r>
          </a:p>
          <a:p>
            <a:pPr algn="ctr">
              <a:lnSpc>
                <a:spcPts val="2200"/>
              </a:lnSpc>
              <a:spcBef>
                <a:spcPts val="0"/>
              </a:spcBef>
            </a:pPr>
            <a:r>
              <a:rPr sz="2200" b="1" lang="zh-CN" altLang="en-US">
                <a:solidFill>
                  <a:srgbClr val="FFFFFF"/>
                </a:solidFill>
                <a:ea typeface="Noto Sans SC Static"/>
              </a:rPr>
              <a:t>计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8507018" y="2052136"/>
            <a:ext cx="411468" cy="15565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ts val="2200"/>
              </a:lnSpc>
              <a:spcBef>
                <a:spcPts val="0"/>
              </a:spcBef>
            </a:pPr>
            <a:r>
              <a:rPr sz="2200" b="1" lang="zh-CN" altLang="en-US">
                <a:solidFill>
                  <a:srgbClr val="FFFFFF"/>
                </a:solidFill>
                <a:ea typeface="Noto Sans SC Static"/>
              </a:rPr>
              <a:t>测</a:t>
            </a:r>
          </a:p>
          <a:p>
            <a:pPr algn="ctr">
              <a:lnSpc>
                <a:spcPts val="2200"/>
              </a:lnSpc>
              <a:spcBef>
                <a:spcPts val="0"/>
              </a:spcBef>
            </a:pPr>
            <a:r>
              <a:rPr sz="2200" b="1" lang="zh-CN" altLang="en-US">
                <a:solidFill>
                  <a:srgbClr val="FFFFFF"/>
                </a:solidFill>
                <a:ea typeface="Noto Sans SC Static"/>
              </a:rPr>
              <a:t>试</a:t>
            </a:r>
          </a:p>
          <a:p>
            <a:pPr algn="ctr">
              <a:lnSpc>
                <a:spcPts val="2200"/>
              </a:lnSpc>
              <a:spcBef>
                <a:spcPts val="0"/>
              </a:spcBef>
            </a:pPr>
            <a:r>
              <a:rPr sz="2200" b="1" lang="zh-CN" altLang="en-US">
                <a:solidFill>
                  <a:srgbClr val="FFFFFF"/>
                </a:solidFill>
                <a:ea typeface="Noto Sans SC Static"/>
              </a:rPr>
              <a:t>结</a:t>
            </a:r>
          </a:p>
          <a:p>
            <a:pPr algn="ctr">
              <a:lnSpc>
                <a:spcPts val="2200"/>
              </a:lnSpc>
              <a:spcBef>
                <a:spcPts val="0"/>
              </a:spcBef>
            </a:pPr>
            <a:r>
              <a:rPr sz="2200" b="1" lang="zh-CN" altLang="en-US">
                <a:solidFill>
                  <a:srgbClr val="FFFFFF"/>
                </a:solidFill>
                <a:ea typeface="Noto Sans SC Static"/>
              </a:rPr>
              <a:t>果</a:t>
            </a:r>
          </a:p>
        </p:txBody>
      </p:sp>
      <p:pic>
        <p:nvPicPr>
          <p:cNvPr id="42" name="Picture 41" descr="uestc_logo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9345168" y="128016"/>
            <a:ext cx="751478" cy="749808"/>
          </a:xfrm>
          <a:prstGeom prst="rect">
            <a:avLst/>
          </a:prstGeom>
        </p:spPr>
      </p:pic>
      <p:pic>
        <p:nvPicPr>
          <p:cNvPr id="43" name="Picture 42" descr="hardware_cutout.jp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10113264" y="91440"/>
            <a:ext cx="2048256" cy="1128216"/>
          </a:xfrm>
          <a:prstGeom prst="rect">
            <a:avLst/>
          </a:prstGeom>
        </p:spPr>
      </p:pic>
      <p:sp>
        <p:nvSpPr>
          <p:cNvPr id="44" name="TextBox 43"/>
          <p:cNvSpPr txBox="1"/>
          <p:nvPr/>
        </p:nvSpPr>
        <p:spPr>
          <a:xfrm>
            <a:off x="201168" y="1536192"/>
            <a:ext cx="3657600" cy="1188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 lang="zh-CN" altLang="en-US">
                <a:solidFill>
                  <a:srgbClr val="000000"/>
                </a:solidFill>
                <a:latin typeface="Calibri"/>
                <a:ea typeface="Noto Sans SC Static"/>
              </a:rPr>
              <a:t>无人机、机器人和远程摄像头的实时视频要经过信噪比时刻变化的无线链路。</a:t>
            </a:r>
            <a:r>
              <a:rPr sz="1100" b="1" i="0" lang="zh-CN" altLang="en-US">
                <a:solidFill>
                  <a:srgbClr val="000000"/>
                </a:solidFill>
                <a:latin typeface="Calibri"/>
                <a:ea typeface="Noto Sans SC Static"/>
              </a:rPr>
              <a:t>分离信源信道编码（SSCC）</a:t>
            </a:r>
            <a:r>
              <a:rPr sz="1100" b="0" i="0" lang="zh-CN" altLang="en-US">
                <a:solidFill>
                  <a:srgbClr val="000000"/>
                </a:solidFill>
                <a:latin typeface="Calibri"/>
                <a:ea typeface="Noto Sans SC Static"/>
              </a:rPr>
              <a:t>先用JPEG压缩、再加信道编码：信噪比低于纠错门限时，比特错误沿变长码扩散，整幅图像无法解码（</a:t>
            </a:r>
            <a:r>
              <a:rPr sz="1100" b="1" i="0" lang="zh-CN" altLang="en-US">
                <a:solidFill>
                  <a:srgbClr val="000000"/>
                </a:solidFill>
                <a:latin typeface="Calibri"/>
                <a:ea typeface="Noto Sans SC Static"/>
              </a:rPr>
              <a:t>悬崖效应</a:t>
            </a:r>
            <a:r>
              <a:rPr sz="1100" b="0" i="0" lang="zh-CN" altLang="en-US">
                <a:solidFill>
                  <a:srgbClr val="000000"/>
                </a:solidFill>
                <a:latin typeface="Calibri"/>
                <a:ea typeface="Noto Sans SC Static"/>
              </a:rPr>
              <a:t>）；高于门限后画质也不再提升。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201168" y="2743200"/>
            <a:ext cx="36576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200" b="1" i="0" lang="zh-CN" altLang="en-US">
                <a:solidFill>
                  <a:srgbClr val="000000"/>
                </a:solidFill>
                <a:latin typeface="Calibri"/>
                <a:ea typeface="Noto Sans SC Static"/>
              </a:rPr>
              <a:t>典型应用场景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274320" y="2990088"/>
            <a:ext cx="585216" cy="512064"/>
          </a:xfrm>
          <a:prstGeom prst="roundRect">
            <a:avLst>
              <a:gd name="adj" fmla="val 12000"/>
            </a:avLst>
          </a:prstGeom>
          <a:solidFill>
            <a:srgbClr val="EEE8F5"/>
          </a:solidFill>
          <a:ln w="9525">
            <a:solidFill>
              <a:srgbClr val="7E6A9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7432" rIns="27432" tIns="0" bIns="0" wrap="square"/>
          <a:lstStyle/>
          <a:p>
            <a:pPr algn="ctr"/>
            <a:r>
              <a:rPr sz="850" b="1" lang="zh-CN" altLang="en-US">
                <a:solidFill>
                  <a:srgbClr val="1F2933"/>
                </a:solidFill>
                <a:latin typeface="Calibri"/>
                <a:ea typeface="Noto Sans SC Static"/>
              </a:rPr>
              <a:t>摄像头</a:t>
            </a:r>
          </a:p>
          <a:p>
            <a:pPr algn="ctr"/>
            <a:r>
              <a:rPr sz="700" b="0" lang="zh-CN" altLang="en-US">
                <a:solidFill>
                  <a:srgbClr val="52606D"/>
                </a:solidFill>
                <a:latin typeface="Calibri"/>
                <a:ea typeface="Noto Sans SC Static"/>
              </a:rPr>
              <a:t>无人机等</a:t>
            </a:r>
          </a:p>
        </p:txBody>
      </p:sp>
      <p:cxnSp>
        <p:nvCxnSpPr>
          <p:cNvPr id="47" name="Connector 46"/>
          <p:cNvCxnSpPr/>
          <p:nvPr/>
        </p:nvCxnSpPr>
        <p:spPr>
          <a:xfrm>
            <a:off x="859536" y="3246120"/>
            <a:ext cx="155448" cy="0"/>
          </a:xfrm>
          <a:prstGeom prst="line">
            <a:avLst/>
          </a:prstGeom>
          <a:ln w="12700">
            <a:solidFill>
              <a:srgbClr val="1F2933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8" name="Rounded Rectangle 47"/>
          <p:cNvSpPr/>
          <p:nvPr/>
        </p:nvSpPr>
        <p:spPr>
          <a:xfrm>
            <a:off x="1014984" y="2990088"/>
            <a:ext cx="585216" cy="512064"/>
          </a:xfrm>
          <a:prstGeom prst="roundRect">
            <a:avLst>
              <a:gd name="adj" fmla="val 12000"/>
            </a:avLst>
          </a:prstGeom>
          <a:solidFill>
            <a:srgbClr val="DDEBF7"/>
          </a:solidFill>
          <a:ln w="9525">
            <a:solidFill>
              <a:srgbClr val="2E5E8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7432" rIns="27432" tIns="0" bIns="0" wrap="square"/>
          <a:lstStyle/>
          <a:p>
            <a:pPr algn="ctr"/>
            <a:r>
              <a:rPr sz="850" b="1" lang="zh-CN" altLang="en-US">
                <a:solidFill>
                  <a:srgbClr val="1F2933"/>
                </a:solidFill>
                <a:latin typeface="Calibri"/>
                <a:ea typeface="Noto Sans SC Static"/>
              </a:rPr>
              <a:t>编码器</a:t>
            </a:r>
          </a:p>
          <a:p>
            <a:pPr algn="ctr"/>
            <a:r>
              <a:rPr sz="700" b="0" lang="zh-CN" altLang="en-US">
                <a:solidFill>
                  <a:srgbClr val="52606D"/>
                </a:solidFill>
                <a:latin typeface="Calibri"/>
                <a:ea typeface="Noto Sans SC Static"/>
              </a:rPr>
              <a:t>FPGA，发端</a:t>
            </a:r>
          </a:p>
        </p:txBody>
      </p:sp>
      <p:cxnSp>
        <p:nvCxnSpPr>
          <p:cNvPr id="49" name="Connector 48"/>
          <p:cNvCxnSpPr/>
          <p:nvPr/>
        </p:nvCxnSpPr>
        <p:spPr>
          <a:xfrm>
            <a:off x="1600200" y="3246120"/>
            <a:ext cx="155448" cy="0"/>
          </a:xfrm>
          <a:prstGeom prst="line">
            <a:avLst/>
          </a:prstGeom>
          <a:ln w="12700">
            <a:solidFill>
              <a:srgbClr val="1F2933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0" name="Rounded Rectangle 49"/>
          <p:cNvSpPr/>
          <p:nvPr/>
        </p:nvSpPr>
        <p:spPr>
          <a:xfrm>
            <a:off x="1755648" y="2990088"/>
            <a:ext cx="585216" cy="512064"/>
          </a:xfrm>
          <a:prstGeom prst="roundRect">
            <a:avLst>
              <a:gd name="adj" fmla="val 12000"/>
            </a:avLst>
          </a:prstGeom>
          <a:solidFill>
            <a:srgbClr val="E8F2E1"/>
          </a:solidFill>
          <a:ln w="9525">
            <a:solidFill>
              <a:srgbClr val="5B8C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7432" rIns="27432" tIns="0" bIns="0" wrap="square"/>
          <a:lstStyle/>
          <a:p>
            <a:pPr algn="ctr"/>
            <a:r>
              <a:rPr sz="850" b="1" lang="zh-CN" altLang="en-US">
                <a:solidFill>
                  <a:srgbClr val="1F2933"/>
                </a:solidFill>
                <a:latin typeface="Calibri"/>
                <a:ea typeface="Noto Sans SC Static"/>
              </a:rPr>
              <a:t>无线信道</a:t>
            </a:r>
          </a:p>
          <a:p>
            <a:pPr algn="ctr"/>
            <a:r>
              <a:rPr sz="700" b="0" lang="zh-CN" altLang="en-US">
                <a:solidFill>
                  <a:srgbClr val="52606D"/>
                </a:solidFill>
                <a:latin typeface="Calibri"/>
                <a:ea typeface="Noto Sans SC Static"/>
              </a:rPr>
              <a:t>噪声、衰落</a:t>
            </a:r>
          </a:p>
        </p:txBody>
      </p:sp>
      <p:cxnSp>
        <p:nvCxnSpPr>
          <p:cNvPr id="51" name="Connector 50"/>
          <p:cNvCxnSpPr/>
          <p:nvPr/>
        </p:nvCxnSpPr>
        <p:spPr>
          <a:xfrm>
            <a:off x="2340864" y="3246120"/>
            <a:ext cx="155448" cy="0"/>
          </a:xfrm>
          <a:prstGeom prst="line">
            <a:avLst/>
          </a:prstGeom>
          <a:ln w="12700">
            <a:solidFill>
              <a:srgbClr val="1F2933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2" name="Rounded Rectangle 51"/>
          <p:cNvSpPr/>
          <p:nvPr/>
        </p:nvSpPr>
        <p:spPr>
          <a:xfrm>
            <a:off x="2496312" y="2990088"/>
            <a:ext cx="585216" cy="512064"/>
          </a:xfrm>
          <a:prstGeom prst="roundRect">
            <a:avLst>
              <a:gd name="adj" fmla="val 12000"/>
            </a:avLst>
          </a:prstGeom>
          <a:solidFill>
            <a:srgbClr val="DDEBF7"/>
          </a:solidFill>
          <a:ln w="9525">
            <a:solidFill>
              <a:srgbClr val="2E5E8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7432" rIns="27432" tIns="0" bIns="0" wrap="square"/>
          <a:lstStyle/>
          <a:p>
            <a:pPr algn="ctr"/>
            <a:r>
              <a:rPr sz="850" b="1" lang="zh-CN" altLang="en-US">
                <a:solidFill>
                  <a:srgbClr val="1F2933"/>
                </a:solidFill>
                <a:latin typeface="Calibri"/>
                <a:ea typeface="Noto Sans SC Static"/>
              </a:rPr>
              <a:t>解码器</a:t>
            </a:r>
          </a:p>
          <a:p>
            <a:pPr algn="ctr"/>
            <a:r>
              <a:rPr sz="700" b="0" lang="zh-CN" altLang="en-US">
                <a:solidFill>
                  <a:srgbClr val="52606D"/>
                </a:solidFill>
                <a:latin typeface="Calibri"/>
                <a:ea typeface="Noto Sans SC Static"/>
              </a:rPr>
              <a:t>FPGA，收端</a:t>
            </a:r>
          </a:p>
        </p:txBody>
      </p:sp>
      <p:cxnSp>
        <p:nvCxnSpPr>
          <p:cNvPr id="53" name="Connector 52"/>
          <p:cNvCxnSpPr/>
          <p:nvPr/>
        </p:nvCxnSpPr>
        <p:spPr>
          <a:xfrm>
            <a:off x="3081528" y="3246120"/>
            <a:ext cx="155448" cy="0"/>
          </a:xfrm>
          <a:prstGeom prst="line">
            <a:avLst/>
          </a:prstGeom>
          <a:ln w="12700">
            <a:solidFill>
              <a:srgbClr val="1F2933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4" name="Rounded Rectangle 53"/>
          <p:cNvSpPr/>
          <p:nvPr/>
        </p:nvSpPr>
        <p:spPr>
          <a:xfrm>
            <a:off x="3236976" y="2990088"/>
            <a:ext cx="585216" cy="512064"/>
          </a:xfrm>
          <a:prstGeom prst="roundRect">
            <a:avLst>
              <a:gd name="adj" fmla="val 12000"/>
            </a:avLst>
          </a:prstGeom>
          <a:solidFill>
            <a:srgbClr val="EEE8F5"/>
          </a:solidFill>
          <a:ln w="9525">
            <a:solidFill>
              <a:srgbClr val="7E6A9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7432" rIns="27432" tIns="0" bIns="0" wrap="square"/>
          <a:lstStyle/>
          <a:p>
            <a:pPr algn="ctr"/>
            <a:r>
              <a:rPr sz="850" b="1" lang="zh-CN" altLang="en-US">
                <a:solidFill>
                  <a:srgbClr val="1F2933"/>
                </a:solidFill>
                <a:latin typeface="Calibri"/>
                <a:ea typeface="Noto Sans SC Static"/>
              </a:rPr>
              <a:t>显示</a:t>
            </a:r>
          </a:p>
          <a:p>
            <a:pPr algn="ctr"/>
            <a:r>
              <a:rPr sz="700" b="0" lang="zh-CN" altLang="en-US">
                <a:solidFill>
                  <a:srgbClr val="52606D"/>
                </a:solidFill>
                <a:latin typeface="Calibri"/>
                <a:ea typeface="Noto Sans SC Static"/>
              </a:rPr>
              <a:t>实时画面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201168" y="3639312"/>
            <a:ext cx="3657600" cy="2880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 lang="zh-CN" altLang="en-US">
                <a:solidFill>
                  <a:srgbClr val="000000"/>
                </a:solidFill>
                <a:latin typeface="Calibri"/>
                <a:ea typeface="Noto Sans SC Static"/>
              </a:rPr>
              <a:t>深度联合信源信道编码（DeepJSCC）</a:t>
            </a:r>
            <a:r>
              <a:rPr sz="1100" b="0" i="0" lang="zh-CN" altLang="en-US">
                <a:solidFill>
                  <a:srgbClr val="000000"/>
                </a:solidFill>
                <a:latin typeface="Calibri"/>
                <a:ea typeface="Noto Sans SC Static"/>
              </a:rPr>
              <a:t>用一对卷积神经网络把像素直接映射为信道符号，画质随信噪比平缓变化。</a:t>
            </a:r>
            <a:r>
              <a:rPr sz="1100" b="1" i="0" lang="zh-CN" altLang="en-US">
                <a:solidFill>
                  <a:srgbClr val="000000"/>
                </a:solidFill>
                <a:latin typeface="Calibri"/>
                <a:ea typeface="Noto Sans SC Static"/>
              </a:rPr>
              <a:t>DeepJSCC-Q</a:t>
            </a:r>
            <a:r>
              <a:rPr sz="1100" b="0" i="0" lang="zh-CN" altLang="en-US">
                <a:solidFill>
                  <a:srgbClr val="000000"/>
                </a:solidFill>
                <a:latin typeface="Calibri"/>
                <a:ea typeface="Noto Sans SC Static"/>
              </a:rPr>
              <a:t>（Tung等，JSAIT 2022）进一步把符号约束到QAM星座上，可接入标准数字物理层；但它计算量大，接收端还必须把未经判决的软符号送入解码器。</a:t>
            </a:r>
          </a:p>
          <a:p>
            <a:pPr algn="l">
              <a:spcBef>
                <a:spcPts val="700"/>
              </a:spcBef>
            </a:pPr>
            <a:r>
              <a:rPr sz="1100" b="1" i="0" lang="zh-CN" altLang="en-US">
                <a:solidFill>
                  <a:srgbClr val="000000"/>
                </a:solidFill>
                <a:latin typeface="Calibri"/>
                <a:ea typeface="Noto Sans SC Static"/>
              </a:rPr>
              <a:t>GlideLink</a:t>
            </a:r>
            <a:r>
              <a:rPr sz="1100" b="0" i="0" lang="zh-CN" altLang="en-US">
                <a:solidFill>
                  <a:srgbClr val="000000"/>
                </a:solidFill>
                <a:latin typeface="Calibri"/>
                <a:ea typeface="Noto Sans SC Static"/>
              </a:rPr>
              <a:t>用两块AMD Zynq UltraScale+ MPSoC开发板（PYNQ-ZU）和AD9361射频子卡搭建了完整的实时链路：DeepJSCC-Q编码器、解码器和类802.11a OFDM物理层全部在PL中实现，</a:t>
            </a:r>
            <a:r>
              <a:rPr sz="1100" b="1" i="0" lang="zh-CN" altLang="en-US">
                <a:solidFill>
                  <a:srgbClr val="000000"/>
                </a:solidFill>
                <a:latin typeface="Calibri"/>
                <a:ea typeface="Noto Sans SC Static"/>
              </a:rPr>
              <a:t>经空口以30 fps传输256×256彩色图像</a:t>
            </a:r>
            <a:r>
              <a:rPr sz="1100" b="0" i="0" lang="zh-CN" altLang="en-US">
                <a:solidFill>
                  <a:srgbClr val="000000"/>
                </a:solidFill>
                <a:latin typeface="Calibri"/>
                <a:ea typeface="Noto Sans SC Static"/>
              </a:rPr>
              <a:t>；PS负责取图和射频配置，并在触摸屏上实时显示链路状态。</a:t>
            </a:r>
          </a:p>
          <a:p>
            <a:pPr algn="l">
              <a:spcBef>
                <a:spcPts val="700"/>
              </a:spcBef>
            </a:pPr>
            <a:r>
              <a:rPr sz="1100" b="1" i="0" lang="zh-CN" altLang="en-US">
                <a:solidFill>
                  <a:srgbClr val="000000"/>
                </a:solidFill>
                <a:latin typeface="Calibri"/>
                <a:ea typeface="Noto Sans SC Static"/>
              </a:rPr>
              <a:t>关键技术问题：</a:t>
            </a:r>
            <a:r>
              <a:rPr sz="1100" b="0" i="0" lang="zh-CN" altLang="en-US">
                <a:solidFill>
                  <a:srgbClr val="000000"/>
                </a:solidFill>
                <a:latin typeface="Calibri"/>
                <a:ea typeface="Noto Sans SC Static"/>
              </a:rPr>
              <a:t>每帧1.15 GMAC的神经网络编解码器要以30 fps放进一片FPGA，且权重全部片上；683个符号的长OFDM帧要同步、跟踪到足以直接解码软符号的精度；还要在同一物理层上与JPEG + LDPC做公平的空口对比。</a:t>
            </a:r>
          </a:p>
        </p:txBody>
      </p:sp>
      <p:sp>
        <p:nvSpPr>
          <p:cNvPr id="56" name="Rounded Rectangle 55"/>
          <p:cNvSpPr/>
          <p:nvPr/>
        </p:nvSpPr>
        <p:spPr>
          <a:xfrm>
            <a:off x="4700016" y="1298448"/>
            <a:ext cx="1737360" cy="768096"/>
          </a:xfrm>
          <a:prstGeom prst="roundRect">
            <a:avLst>
              <a:gd name="adj" fmla="val 6000"/>
            </a:avLst>
          </a:prstGeom>
          <a:solidFill>
            <a:srgbClr val="F6F8FA"/>
          </a:solidFill>
          <a:ln w="12700">
            <a:solidFill>
              <a:srgbClr val="8A96A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4754879" y="1325880"/>
            <a:ext cx="1627631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750" b="1" i="0" lang="zh-CN" altLang="en-US">
                <a:solidFill>
                  <a:srgbClr val="000000"/>
                </a:solidFill>
                <a:latin typeface="Calibri"/>
                <a:ea typeface="Noto Sans SC Static"/>
              </a:rPr>
              <a:t>发端板</a:t>
            </a:r>
            <a:r>
              <a:rPr sz="750" b="0" i="0" lang="zh-CN" altLang="en-US">
                <a:solidFill>
                  <a:srgbClr val="52606D"/>
                </a:solidFill>
                <a:latin typeface="Calibri"/>
                <a:ea typeface="Noto Sans SC Static"/>
              </a:rPr>
              <a:t>  PYNQ-ZU (xczu5eg)</a:t>
            </a:r>
          </a:p>
        </p:txBody>
      </p:sp>
      <p:sp>
        <p:nvSpPr>
          <p:cNvPr id="58" name="Rounded Rectangle 57"/>
          <p:cNvSpPr/>
          <p:nvPr/>
        </p:nvSpPr>
        <p:spPr>
          <a:xfrm>
            <a:off x="4745736" y="1481328"/>
            <a:ext cx="713232" cy="530352"/>
          </a:xfrm>
          <a:prstGeom prst="roundRect">
            <a:avLst>
              <a:gd name="adj" fmla="val 12000"/>
            </a:avLst>
          </a:prstGeom>
          <a:solidFill>
            <a:srgbClr val="EEE8F5"/>
          </a:solidFill>
          <a:ln w="9525">
            <a:solidFill>
              <a:srgbClr val="7E6A9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7432" rIns="27432" tIns="0" bIns="0" wrap="square"/>
          <a:lstStyle/>
          <a:p>
            <a:pPr algn="ctr"/>
            <a:r>
              <a:rPr sz="800" b="1" lang="zh-CN" altLang="en-US">
                <a:solidFill>
                  <a:srgbClr val="1F2933"/>
                </a:solidFill>
                <a:latin typeface="Calibri"/>
                <a:ea typeface="Noto Sans SC Static"/>
              </a:rPr>
              <a:t>PS</a:t>
            </a:r>
          </a:p>
          <a:p>
            <a:pPr algn="ctr"/>
            <a:r>
              <a:rPr sz="650" b="0" lang="zh-CN" altLang="en-US">
                <a:solidFill>
                  <a:srgbClr val="52606D"/>
                </a:solidFill>
                <a:latin typeface="Calibri"/>
                <a:ea typeface="Noto Sans SC Static"/>
              </a:rPr>
              <a:t>4×A53，Linux：取图、射频配置</a:t>
            </a:r>
          </a:p>
        </p:txBody>
      </p:sp>
      <p:sp>
        <p:nvSpPr>
          <p:cNvPr id="59" name="Rounded Rectangle 58"/>
          <p:cNvSpPr/>
          <p:nvPr/>
        </p:nvSpPr>
        <p:spPr>
          <a:xfrm>
            <a:off x="5678424" y="1481328"/>
            <a:ext cx="713232" cy="530352"/>
          </a:xfrm>
          <a:prstGeom prst="roundRect">
            <a:avLst>
              <a:gd name="adj" fmla="val 12000"/>
            </a:avLst>
          </a:prstGeom>
          <a:solidFill>
            <a:srgbClr val="DDEBF7"/>
          </a:solidFill>
          <a:ln w="9525">
            <a:solidFill>
              <a:srgbClr val="2E5E8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7432" rIns="27432" tIns="0" bIns="0" wrap="square"/>
          <a:lstStyle/>
          <a:p>
            <a:pPr algn="ctr"/>
            <a:r>
              <a:rPr sz="800" b="1" lang="zh-CN" altLang="en-US">
                <a:solidFill>
                  <a:srgbClr val="1F2933"/>
                </a:solidFill>
                <a:latin typeface="Calibri"/>
                <a:ea typeface="Noto Sans SC Static"/>
              </a:rPr>
              <a:t>PL</a:t>
            </a:r>
          </a:p>
          <a:p>
            <a:pPr algn="ctr"/>
            <a:r>
              <a:rPr sz="650" b="0" lang="zh-CN" altLang="en-US">
                <a:solidFill>
                  <a:srgbClr val="52606D"/>
                </a:solidFill>
                <a:latin typeface="Calibri"/>
                <a:ea typeface="Noto Sans SC Static"/>
              </a:rPr>
              <a:t>CNN编码、OFDM发射、LDPC编码</a:t>
            </a:r>
          </a:p>
        </p:txBody>
      </p:sp>
      <p:sp>
        <p:nvSpPr>
          <p:cNvPr id="60" name="Rounded Rectangle 59"/>
          <p:cNvSpPr/>
          <p:nvPr/>
        </p:nvSpPr>
        <p:spPr>
          <a:xfrm>
            <a:off x="4005072" y="1481328"/>
            <a:ext cx="512064" cy="530352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9525">
            <a:solidFill>
              <a:srgbClr val="8A96A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7432" rIns="27432" tIns="0" bIns="0" wrap="square"/>
          <a:lstStyle/>
          <a:p>
            <a:pPr algn="ctr"/>
            <a:r>
              <a:rPr sz="800" b="1" lang="zh-CN" altLang="en-US">
                <a:solidFill>
                  <a:srgbClr val="1F2933"/>
                </a:solidFill>
                <a:latin typeface="Calibri"/>
                <a:ea typeface="Noto Sans SC Static"/>
              </a:rPr>
              <a:t>摄像头</a:t>
            </a:r>
          </a:p>
        </p:txBody>
      </p:sp>
      <p:cxnSp>
        <p:nvCxnSpPr>
          <p:cNvPr id="61" name="Connector 60"/>
          <p:cNvCxnSpPr/>
          <p:nvPr/>
        </p:nvCxnSpPr>
        <p:spPr>
          <a:xfrm>
            <a:off x="4517136" y="1746504"/>
            <a:ext cx="228600" cy="0"/>
          </a:xfrm>
          <a:prstGeom prst="line">
            <a:avLst/>
          </a:prstGeom>
          <a:ln w="12700">
            <a:solidFill>
              <a:srgbClr val="1F2933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2" name="TextBox 61"/>
          <p:cNvSpPr txBox="1"/>
          <p:nvPr/>
        </p:nvSpPr>
        <p:spPr>
          <a:xfrm>
            <a:off x="4425696" y="1609344"/>
            <a:ext cx="365760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650" b="0" i="0" lang="zh-CN" altLang="en-US">
                <a:solidFill>
                  <a:srgbClr val="52606D"/>
                </a:solidFill>
                <a:latin typeface="Calibri"/>
                <a:ea typeface="Noto Sans SC Static"/>
              </a:rPr>
              <a:t>USB</a:t>
            </a:r>
          </a:p>
        </p:txBody>
      </p:sp>
      <p:sp>
        <p:nvSpPr>
          <p:cNvPr id="63" name="Rounded Rectangle 62"/>
          <p:cNvSpPr/>
          <p:nvPr/>
        </p:nvSpPr>
        <p:spPr>
          <a:xfrm>
            <a:off x="6620255" y="1481328"/>
            <a:ext cx="512064" cy="530352"/>
          </a:xfrm>
          <a:prstGeom prst="roundRect">
            <a:avLst>
              <a:gd name="adj" fmla="val 12000"/>
            </a:avLst>
          </a:prstGeom>
          <a:solidFill>
            <a:srgbClr val="E8F2E1"/>
          </a:solidFill>
          <a:ln w="9525">
            <a:solidFill>
              <a:srgbClr val="5B8C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7432" rIns="27432" tIns="0" bIns="0" wrap="square"/>
          <a:lstStyle/>
          <a:p>
            <a:pPr algn="ctr"/>
            <a:r>
              <a:rPr sz="800" b="1" lang="zh-CN" altLang="en-US">
                <a:solidFill>
                  <a:srgbClr val="1F2933"/>
                </a:solidFill>
                <a:latin typeface="Calibri"/>
                <a:ea typeface="Noto Sans SC Static"/>
              </a:rPr>
              <a:t>AD9361</a:t>
            </a:r>
          </a:p>
          <a:p>
            <a:pPr algn="ctr"/>
            <a:r>
              <a:rPr sz="600" b="0" lang="zh-CN" altLang="en-US">
                <a:solidFill>
                  <a:srgbClr val="52606D"/>
                </a:solidFill>
                <a:latin typeface="Calibri"/>
                <a:ea typeface="Noto Sans SC Static"/>
              </a:rPr>
              <a:t>射频子卡</a:t>
            </a:r>
          </a:p>
        </p:txBody>
      </p:sp>
      <p:cxnSp>
        <p:nvCxnSpPr>
          <p:cNvPr id="64" name="Connector 63"/>
          <p:cNvCxnSpPr/>
          <p:nvPr/>
        </p:nvCxnSpPr>
        <p:spPr>
          <a:xfrm>
            <a:off x="5458968" y="1746504"/>
            <a:ext cx="219456" cy="0"/>
          </a:xfrm>
          <a:prstGeom prst="line">
            <a:avLst/>
          </a:prstGeom>
          <a:ln w="12700">
            <a:solidFill>
              <a:srgbClr val="1F2933"/>
            </a:solidFill>
            <a:headEnd type="triangle" w="sm" len="sm"/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5" name="Connector 64"/>
          <p:cNvCxnSpPr/>
          <p:nvPr/>
        </p:nvCxnSpPr>
        <p:spPr>
          <a:xfrm>
            <a:off x="6391656" y="1746504"/>
            <a:ext cx="228599" cy="0"/>
          </a:xfrm>
          <a:prstGeom prst="line">
            <a:avLst/>
          </a:prstGeom>
          <a:ln w="12700">
            <a:solidFill>
              <a:srgbClr val="1F2933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6" name="TextBox 65"/>
          <p:cNvSpPr txBox="1"/>
          <p:nvPr/>
        </p:nvSpPr>
        <p:spPr>
          <a:xfrm>
            <a:off x="5404104" y="1609344"/>
            <a:ext cx="329184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650" b="0" i="0" lang="zh-CN" altLang="en-US">
                <a:solidFill>
                  <a:srgbClr val="52606D"/>
                </a:solidFill>
                <a:latin typeface="Calibri"/>
                <a:ea typeface="Noto Sans SC Static"/>
              </a:rPr>
              <a:t>AXI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6336792" y="1609344"/>
            <a:ext cx="365760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650" b="0" i="0" lang="zh-CN" altLang="en-US">
                <a:solidFill>
                  <a:srgbClr val="52606D"/>
                </a:solidFill>
                <a:latin typeface="Calibri"/>
                <a:ea typeface="Noto Sans SC Static"/>
              </a:rPr>
              <a:t>FMC</a:t>
            </a:r>
          </a:p>
        </p:txBody>
      </p:sp>
      <p:cxnSp>
        <p:nvCxnSpPr>
          <p:cNvPr id="68" name="Connector 67"/>
          <p:cNvCxnSpPr/>
          <p:nvPr/>
        </p:nvCxnSpPr>
        <p:spPr>
          <a:xfrm flipV="1">
            <a:off x="7196327" y="1572768"/>
            <a:ext cx="0" cy="201168"/>
          </a:xfrm>
          <a:prstGeom prst="line">
            <a:avLst/>
          </a:prstGeom>
          <a:ln w="12700">
            <a:solidFill>
              <a:srgbClr val="1F293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9" name="Connector 68"/>
          <p:cNvCxnSpPr/>
          <p:nvPr/>
        </p:nvCxnSpPr>
        <p:spPr>
          <a:xfrm flipH="1" flipV="1">
            <a:off x="7141464" y="1499616"/>
            <a:ext cx="54863" cy="73152"/>
          </a:xfrm>
          <a:prstGeom prst="line">
            <a:avLst/>
          </a:prstGeom>
          <a:ln w="12700">
            <a:solidFill>
              <a:srgbClr val="1F293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0" name="Connector 69"/>
          <p:cNvCxnSpPr/>
          <p:nvPr/>
        </p:nvCxnSpPr>
        <p:spPr>
          <a:xfrm flipV="1">
            <a:off x="7196327" y="1499616"/>
            <a:ext cx="54864" cy="73152"/>
          </a:xfrm>
          <a:prstGeom prst="line">
            <a:avLst/>
          </a:prstGeom>
          <a:ln w="12700">
            <a:solidFill>
              <a:srgbClr val="1F293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1" name="Connector 70"/>
          <p:cNvCxnSpPr/>
          <p:nvPr/>
        </p:nvCxnSpPr>
        <p:spPr>
          <a:xfrm>
            <a:off x="7132319" y="1773936"/>
            <a:ext cx="64008" cy="0"/>
          </a:xfrm>
          <a:prstGeom prst="line">
            <a:avLst/>
          </a:prstGeom>
          <a:ln w="12700">
            <a:solidFill>
              <a:srgbClr val="1F293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2" name="Rounded Rectangle 71"/>
          <p:cNvSpPr/>
          <p:nvPr/>
        </p:nvSpPr>
        <p:spPr>
          <a:xfrm>
            <a:off x="4700016" y="2395728"/>
            <a:ext cx="1737360" cy="768096"/>
          </a:xfrm>
          <a:prstGeom prst="roundRect">
            <a:avLst>
              <a:gd name="adj" fmla="val 6000"/>
            </a:avLst>
          </a:prstGeom>
          <a:solidFill>
            <a:srgbClr val="F6F8FA"/>
          </a:solidFill>
          <a:ln w="12700">
            <a:solidFill>
              <a:srgbClr val="8A96A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TextBox 72"/>
          <p:cNvSpPr txBox="1"/>
          <p:nvPr/>
        </p:nvSpPr>
        <p:spPr>
          <a:xfrm>
            <a:off x="4754879" y="2423160"/>
            <a:ext cx="1627631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750" b="1" i="0" lang="zh-CN" altLang="en-US">
                <a:solidFill>
                  <a:srgbClr val="000000"/>
                </a:solidFill>
                <a:latin typeface="Calibri"/>
                <a:ea typeface="Noto Sans SC Static"/>
              </a:rPr>
              <a:t>收端板</a:t>
            </a:r>
            <a:r>
              <a:rPr sz="750" b="0" i="0" lang="zh-CN" altLang="en-US">
                <a:solidFill>
                  <a:srgbClr val="52606D"/>
                </a:solidFill>
                <a:latin typeface="Calibri"/>
                <a:ea typeface="Noto Sans SC Static"/>
              </a:rPr>
              <a:t>  PYNQ-ZU (xczu5eg)</a:t>
            </a:r>
          </a:p>
        </p:txBody>
      </p:sp>
      <p:sp>
        <p:nvSpPr>
          <p:cNvPr id="74" name="Rounded Rectangle 73"/>
          <p:cNvSpPr/>
          <p:nvPr/>
        </p:nvSpPr>
        <p:spPr>
          <a:xfrm>
            <a:off x="4745736" y="2578608"/>
            <a:ext cx="713232" cy="530352"/>
          </a:xfrm>
          <a:prstGeom prst="roundRect">
            <a:avLst>
              <a:gd name="adj" fmla="val 12000"/>
            </a:avLst>
          </a:prstGeom>
          <a:solidFill>
            <a:srgbClr val="EEE8F5"/>
          </a:solidFill>
          <a:ln w="9525">
            <a:solidFill>
              <a:srgbClr val="7E6A9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7432" rIns="27432" tIns="0" bIns="0" wrap="square"/>
          <a:lstStyle/>
          <a:p>
            <a:pPr algn="ctr"/>
            <a:r>
              <a:rPr sz="800" b="1" lang="zh-CN" altLang="en-US">
                <a:solidFill>
                  <a:srgbClr val="1F2933"/>
                </a:solidFill>
                <a:latin typeface="Calibri"/>
                <a:ea typeface="Noto Sans SC Static"/>
              </a:rPr>
              <a:t>PS</a:t>
            </a:r>
          </a:p>
          <a:p>
            <a:pPr algn="ctr"/>
            <a:r>
              <a:rPr sz="650" b="0" lang="zh-CN" altLang="en-US">
                <a:solidFill>
                  <a:srgbClr val="52606D"/>
                </a:solidFill>
                <a:latin typeface="Calibri"/>
                <a:ea typeface="Noto Sans SC Static"/>
              </a:rPr>
              <a:t>A53 + Mali-400：界面、网页</a:t>
            </a:r>
          </a:p>
        </p:txBody>
      </p:sp>
      <p:sp>
        <p:nvSpPr>
          <p:cNvPr id="75" name="Rounded Rectangle 74"/>
          <p:cNvSpPr/>
          <p:nvPr/>
        </p:nvSpPr>
        <p:spPr>
          <a:xfrm>
            <a:off x="5678424" y="2578608"/>
            <a:ext cx="713232" cy="530352"/>
          </a:xfrm>
          <a:prstGeom prst="roundRect">
            <a:avLst>
              <a:gd name="adj" fmla="val 12000"/>
            </a:avLst>
          </a:prstGeom>
          <a:solidFill>
            <a:srgbClr val="DDEBF7"/>
          </a:solidFill>
          <a:ln w="9525">
            <a:solidFill>
              <a:srgbClr val="2E5E8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7432" rIns="27432" tIns="0" bIns="0" wrap="square"/>
          <a:lstStyle/>
          <a:p>
            <a:pPr algn="ctr"/>
            <a:r>
              <a:rPr sz="800" b="1" lang="zh-CN" altLang="en-US">
                <a:solidFill>
                  <a:srgbClr val="1F2933"/>
                </a:solidFill>
                <a:latin typeface="Calibri"/>
                <a:ea typeface="Noto Sans SC Static"/>
              </a:rPr>
              <a:t>PL</a:t>
            </a:r>
          </a:p>
          <a:p>
            <a:pPr algn="ctr"/>
            <a:r>
              <a:rPr sz="650" b="0" lang="zh-CN" altLang="en-US">
                <a:solidFill>
                  <a:srgbClr val="52606D"/>
                </a:solidFill>
                <a:latin typeface="Calibri"/>
                <a:ea typeface="Noto Sans SC Static"/>
              </a:rPr>
              <a:t>OFDM接收、CNN解码、LDPC译码</a:t>
            </a:r>
          </a:p>
        </p:txBody>
      </p:sp>
      <p:sp>
        <p:nvSpPr>
          <p:cNvPr id="76" name="Rounded Rectangle 75"/>
          <p:cNvSpPr/>
          <p:nvPr/>
        </p:nvSpPr>
        <p:spPr>
          <a:xfrm>
            <a:off x="4005072" y="2578608"/>
            <a:ext cx="512064" cy="246888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9525">
            <a:solidFill>
              <a:srgbClr val="8A96A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7432" rIns="27432" tIns="0" bIns="0" wrap="square"/>
          <a:lstStyle/>
          <a:p>
            <a:pPr algn="ctr"/>
            <a:r>
              <a:rPr sz="750" b="1" lang="zh-CN" altLang="en-US">
                <a:solidFill>
                  <a:srgbClr val="1F2933"/>
                </a:solidFill>
                <a:latin typeface="Calibri"/>
                <a:ea typeface="Noto Sans SC Static"/>
              </a:rPr>
              <a:t>触摸屏</a:t>
            </a:r>
          </a:p>
        </p:txBody>
      </p:sp>
      <p:sp>
        <p:nvSpPr>
          <p:cNvPr id="77" name="Rounded Rectangle 76"/>
          <p:cNvSpPr/>
          <p:nvPr/>
        </p:nvSpPr>
        <p:spPr>
          <a:xfrm>
            <a:off x="4005072" y="2862072"/>
            <a:ext cx="512064" cy="246888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9525">
            <a:solidFill>
              <a:srgbClr val="8A96A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7432" rIns="27432" tIns="0" bIns="0" wrap="square"/>
          <a:lstStyle/>
          <a:p>
            <a:pPr algn="ctr"/>
            <a:r>
              <a:rPr sz="750" b="1" lang="zh-CN" altLang="en-US">
                <a:solidFill>
                  <a:srgbClr val="1F2933"/>
                </a:solidFill>
                <a:latin typeface="Calibri"/>
                <a:ea typeface="Noto Sans SC Static"/>
              </a:rPr>
              <a:t>手机</a:t>
            </a:r>
          </a:p>
        </p:txBody>
      </p:sp>
      <p:cxnSp>
        <p:nvCxnSpPr>
          <p:cNvPr id="78" name="Connector 77"/>
          <p:cNvCxnSpPr/>
          <p:nvPr/>
        </p:nvCxnSpPr>
        <p:spPr>
          <a:xfrm flipH="1">
            <a:off x="4517136" y="2702052"/>
            <a:ext cx="228600" cy="0"/>
          </a:xfrm>
          <a:prstGeom prst="line">
            <a:avLst/>
          </a:prstGeom>
          <a:ln w="12700">
            <a:solidFill>
              <a:srgbClr val="1F2933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9" name="TextBox 78"/>
          <p:cNvSpPr txBox="1"/>
          <p:nvPr/>
        </p:nvSpPr>
        <p:spPr>
          <a:xfrm>
            <a:off x="4425696" y="2564892"/>
            <a:ext cx="365760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650" b="0" i="0" lang="zh-CN" altLang="en-US">
                <a:solidFill>
                  <a:srgbClr val="52606D"/>
                </a:solidFill>
                <a:latin typeface="Calibri"/>
                <a:ea typeface="Noto Sans SC Static"/>
              </a:rPr>
              <a:t>DP</a:t>
            </a:r>
          </a:p>
        </p:txBody>
      </p:sp>
      <p:cxnSp>
        <p:nvCxnSpPr>
          <p:cNvPr id="80" name="Connector 79"/>
          <p:cNvCxnSpPr/>
          <p:nvPr/>
        </p:nvCxnSpPr>
        <p:spPr>
          <a:xfrm flipH="1">
            <a:off x="4517136" y="2985516"/>
            <a:ext cx="228600" cy="0"/>
          </a:xfrm>
          <a:prstGeom prst="line">
            <a:avLst/>
          </a:prstGeom>
          <a:ln w="12700">
            <a:solidFill>
              <a:srgbClr val="1F2933"/>
            </a:solidFill>
            <a:prstDash val="dash"/>
            <a:headEnd type="triangle" w="sm" len="sm"/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1" name="TextBox 80"/>
          <p:cNvSpPr txBox="1"/>
          <p:nvPr/>
        </p:nvSpPr>
        <p:spPr>
          <a:xfrm>
            <a:off x="4425696" y="2848356"/>
            <a:ext cx="365760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650" b="0" i="0" lang="zh-CN" altLang="en-US">
                <a:solidFill>
                  <a:srgbClr val="52606D"/>
                </a:solidFill>
                <a:latin typeface="Calibri"/>
                <a:ea typeface="Noto Sans SC Static"/>
              </a:rPr>
              <a:t>Wi-Fi</a:t>
            </a:r>
          </a:p>
        </p:txBody>
      </p:sp>
      <p:sp>
        <p:nvSpPr>
          <p:cNvPr id="82" name="Rounded Rectangle 81"/>
          <p:cNvSpPr/>
          <p:nvPr/>
        </p:nvSpPr>
        <p:spPr>
          <a:xfrm>
            <a:off x="6620255" y="2578608"/>
            <a:ext cx="512064" cy="530352"/>
          </a:xfrm>
          <a:prstGeom prst="roundRect">
            <a:avLst>
              <a:gd name="adj" fmla="val 12000"/>
            </a:avLst>
          </a:prstGeom>
          <a:solidFill>
            <a:srgbClr val="E8F2E1"/>
          </a:solidFill>
          <a:ln w="9525">
            <a:solidFill>
              <a:srgbClr val="5B8C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7432" rIns="27432" tIns="0" bIns="0" wrap="square"/>
          <a:lstStyle/>
          <a:p>
            <a:pPr algn="ctr"/>
            <a:r>
              <a:rPr sz="800" b="1" lang="zh-CN" altLang="en-US">
                <a:solidFill>
                  <a:srgbClr val="1F2933"/>
                </a:solidFill>
                <a:latin typeface="Calibri"/>
                <a:ea typeface="Noto Sans SC Static"/>
              </a:rPr>
              <a:t>AD9361</a:t>
            </a:r>
          </a:p>
          <a:p>
            <a:pPr algn="ctr"/>
            <a:r>
              <a:rPr sz="600" b="0" lang="zh-CN" altLang="en-US">
                <a:solidFill>
                  <a:srgbClr val="52606D"/>
                </a:solidFill>
                <a:latin typeface="Calibri"/>
                <a:ea typeface="Noto Sans SC Static"/>
              </a:rPr>
              <a:t>射频子卡</a:t>
            </a:r>
          </a:p>
        </p:txBody>
      </p:sp>
      <p:cxnSp>
        <p:nvCxnSpPr>
          <p:cNvPr id="83" name="Connector 82"/>
          <p:cNvCxnSpPr/>
          <p:nvPr/>
        </p:nvCxnSpPr>
        <p:spPr>
          <a:xfrm flipH="1">
            <a:off x="5458968" y="2843784"/>
            <a:ext cx="219456" cy="0"/>
          </a:xfrm>
          <a:prstGeom prst="line">
            <a:avLst/>
          </a:prstGeom>
          <a:ln w="12700">
            <a:solidFill>
              <a:srgbClr val="1F2933"/>
            </a:solidFill>
            <a:headEnd type="triangle" w="sm" len="sm"/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4" name="Connector 83"/>
          <p:cNvCxnSpPr/>
          <p:nvPr/>
        </p:nvCxnSpPr>
        <p:spPr>
          <a:xfrm flipH="1">
            <a:off x="6391656" y="2843784"/>
            <a:ext cx="228599" cy="0"/>
          </a:xfrm>
          <a:prstGeom prst="line">
            <a:avLst/>
          </a:prstGeom>
          <a:ln w="12700">
            <a:solidFill>
              <a:srgbClr val="1F2933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5" name="TextBox 84"/>
          <p:cNvSpPr txBox="1"/>
          <p:nvPr/>
        </p:nvSpPr>
        <p:spPr>
          <a:xfrm>
            <a:off x="5404104" y="2706624"/>
            <a:ext cx="329184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650" b="0" i="0" lang="zh-CN" altLang="en-US">
                <a:solidFill>
                  <a:srgbClr val="52606D"/>
                </a:solidFill>
                <a:latin typeface="Calibri"/>
                <a:ea typeface="Noto Sans SC Static"/>
              </a:rPr>
              <a:t>AXI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6336792" y="2706624"/>
            <a:ext cx="365760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650" b="0" i="0" lang="zh-CN" altLang="en-US">
                <a:solidFill>
                  <a:srgbClr val="52606D"/>
                </a:solidFill>
                <a:latin typeface="Calibri"/>
                <a:ea typeface="Noto Sans SC Static"/>
              </a:rPr>
              <a:t>FMC</a:t>
            </a:r>
          </a:p>
        </p:txBody>
      </p:sp>
      <p:cxnSp>
        <p:nvCxnSpPr>
          <p:cNvPr id="87" name="Connector 86"/>
          <p:cNvCxnSpPr/>
          <p:nvPr/>
        </p:nvCxnSpPr>
        <p:spPr>
          <a:xfrm flipV="1">
            <a:off x="7196327" y="2670048"/>
            <a:ext cx="0" cy="201168"/>
          </a:xfrm>
          <a:prstGeom prst="line">
            <a:avLst/>
          </a:prstGeom>
          <a:ln w="12700">
            <a:solidFill>
              <a:srgbClr val="1F293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8" name="Connector 87"/>
          <p:cNvCxnSpPr/>
          <p:nvPr/>
        </p:nvCxnSpPr>
        <p:spPr>
          <a:xfrm flipH="1" flipV="1">
            <a:off x="7141464" y="2596896"/>
            <a:ext cx="54863" cy="73152"/>
          </a:xfrm>
          <a:prstGeom prst="line">
            <a:avLst/>
          </a:prstGeom>
          <a:ln w="12700">
            <a:solidFill>
              <a:srgbClr val="1F293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9" name="Connector 88"/>
          <p:cNvCxnSpPr/>
          <p:nvPr/>
        </p:nvCxnSpPr>
        <p:spPr>
          <a:xfrm flipV="1">
            <a:off x="7196327" y="2596896"/>
            <a:ext cx="54864" cy="73152"/>
          </a:xfrm>
          <a:prstGeom prst="line">
            <a:avLst/>
          </a:prstGeom>
          <a:ln w="12700">
            <a:solidFill>
              <a:srgbClr val="1F293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0" name="Connector 89"/>
          <p:cNvCxnSpPr/>
          <p:nvPr/>
        </p:nvCxnSpPr>
        <p:spPr>
          <a:xfrm>
            <a:off x="7132319" y="2871216"/>
            <a:ext cx="64008" cy="0"/>
          </a:xfrm>
          <a:prstGeom prst="line">
            <a:avLst/>
          </a:prstGeom>
          <a:ln w="12700">
            <a:solidFill>
              <a:srgbClr val="1F293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1" name="Connector 90"/>
          <p:cNvCxnSpPr/>
          <p:nvPr/>
        </p:nvCxnSpPr>
        <p:spPr>
          <a:xfrm>
            <a:off x="6876288" y="2011679"/>
            <a:ext cx="0" cy="566929"/>
          </a:xfrm>
          <a:prstGeom prst="line">
            <a:avLst/>
          </a:prstGeom>
          <a:ln w="22225">
            <a:solidFill>
              <a:srgbClr val="C8602A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2" name="TextBox 91"/>
          <p:cNvSpPr txBox="1"/>
          <p:nvPr/>
        </p:nvSpPr>
        <p:spPr>
          <a:xfrm>
            <a:off x="6912864" y="2103120"/>
            <a:ext cx="731520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700" b="0" i="0" lang="zh-CN" altLang="en-US">
                <a:solidFill>
                  <a:srgbClr val="C8602A"/>
                </a:solidFill>
                <a:latin typeface="Calibri"/>
                <a:ea typeface="Noto Sans SC Static"/>
              </a:rPr>
              <a:t>空口</a:t>
            </a:r>
          </a:p>
        </p:txBody>
      </p:sp>
      <p:cxnSp>
        <p:nvCxnSpPr>
          <p:cNvPr id="93" name="Connector 92"/>
          <p:cNvCxnSpPr/>
          <p:nvPr/>
        </p:nvCxnSpPr>
        <p:spPr>
          <a:xfrm>
            <a:off x="5102351" y="2011679"/>
            <a:ext cx="0" cy="566929"/>
          </a:xfrm>
          <a:prstGeom prst="line">
            <a:avLst/>
          </a:prstGeom>
          <a:ln w="12700">
            <a:solidFill>
              <a:srgbClr val="52606D"/>
            </a:solidFill>
            <a:prstDash val="dash"/>
            <a:headEnd type="triangle" w="sm" len="sm"/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4" name="TextBox 93"/>
          <p:cNvSpPr txBox="1"/>
          <p:nvPr/>
        </p:nvSpPr>
        <p:spPr>
          <a:xfrm>
            <a:off x="5148071" y="2103120"/>
            <a:ext cx="1280160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700" b="0" i="0" lang="zh-CN" altLang="en-US">
                <a:solidFill>
                  <a:srgbClr val="52606D"/>
                </a:solidFill>
                <a:latin typeface="Calibri"/>
                <a:ea typeface="Noto Sans SC Static"/>
              </a:rPr>
              <a:t>以太网：TX预览图、控制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7269480" y="1325880"/>
            <a:ext cx="274320" cy="1828800"/>
          </a:xfrm>
          <a:prstGeom prst="rect">
            <a:avLst/>
          </a:prstGeom>
          <a:noFill/>
        </p:spPr>
        <p:txBody>
          <a:bodyPr wrap="square" lIns="0" rIns="0" tIns="0" bIns="0" anchor="ctr" vert="eaVert">
            <a:spAutoFit/>
          </a:bodyPr>
          <a:lstStyle/>
          <a:p>
            <a:pPr algn="ctr"/>
            <a:r>
              <a:rPr sz="1200" b="1" i="0" lang="zh-CN" altLang="en-US">
                <a:solidFill>
                  <a:srgbClr val="000000"/>
                </a:solidFill>
                <a:latin typeface="Calibri"/>
                <a:ea typeface="Noto Sans SC Static"/>
              </a:rPr>
              <a:t>系统组成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4005072" y="3264408"/>
            <a:ext cx="361188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 i="0" lang="zh-CN" altLang="en-US">
                <a:solidFill>
                  <a:srgbClr val="000000"/>
                </a:solidFill>
                <a:latin typeface="Calibri"/>
                <a:ea typeface="Noto Sans SC Static"/>
              </a:rPr>
              <a:t>关键创新点与解决的技术问题</a:t>
            </a:r>
          </a:p>
        </p:txBody>
      </p:sp>
      <p:pic>
        <p:nvPicPr>
          <p:cNvPr id="97" name="Picture 96" descr="gui_phy_page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5449824" y="5394960"/>
            <a:ext cx="2121408" cy="1151858"/>
          </a:xfrm>
          <a:prstGeom prst="rect">
            <a:avLst/>
          </a:prstGeom>
        </p:spPr>
      </p:pic>
      <p:sp>
        <p:nvSpPr>
          <p:cNvPr id="98" name="TextBox 97"/>
          <p:cNvSpPr txBox="1"/>
          <p:nvPr/>
        </p:nvSpPr>
        <p:spPr>
          <a:xfrm>
            <a:off x="4005072" y="3566160"/>
            <a:ext cx="3611880" cy="2011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 lang="zh-CN" altLang="en-US">
                <a:solidFill>
                  <a:srgbClr val="000000"/>
                </a:solidFill>
                <a:latin typeface="Calibri"/>
                <a:ea typeface="Noto Sans SC Static"/>
              </a:rPr>
              <a:t>1. 流式CNN加速器：</a:t>
            </a:r>
            <a:r>
              <a:rPr sz="1100" b="0" i="0" lang="zh-CN" altLang="en-US">
                <a:solidFill>
                  <a:srgbClr val="000000"/>
                </a:solidFill>
                <a:latin typeface="Calibri"/>
                <a:ea typeface="Noto Sans SC Static"/>
              </a:rPr>
              <a:t>W8A12整数运算，64个卷积引擎组成层流水，运行于250 MHz；权重与激活全部片上存储，不访问DDR。</a:t>
            </a:r>
          </a:p>
          <a:p>
            <a:pPr algn="l">
              <a:spcBef>
                <a:spcPts val="500"/>
              </a:spcBef>
            </a:pPr>
            <a:r>
              <a:rPr sz="1100" b="1" i="0" lang="zh-CN" altLang="en-US">
                <a:solidFill>
                  <a:srgbClr val="000000"/>
                </a:solidFill>
                <a:latin typeface="Calibri"/>
                <a:ea typeface="Noto Sans SC Static"/>
              </a:rPr>
              <a:t>2. 非对称浅层解码器：</a:t>
            </a:r>
            <a:r>
              <a:rPr sz="1100" b="0" i="0" lang="zh-CN" altLang="en-US">
                <a:solidFill>
                  <a:srgbClr val="000000"/>
                </a:solidFill>
                <a:latin typeface="Calibri"/>
                <a:ea typeface="Noto Sans SC Static"/>
              </a:rPr>
              <a:t>与编码器联合训练，乘加量降为原解码器的1/102；卷积工作量是已发表FPGA DeepJSCC实现（GLOBECOM 2025）的5.2倍，DSP和BRAM用量却更少。</a:t>
            </a:r>
          </a:p>
          <a:p>
            <a:pPr algn="l">
              <a:spcBef>
                <a:spcPts val="500"/>
              </a:spcBef>
            </a:pPr>
            <a:r>
              <a:rPr sz="1100" b="1" i="0" lang="zh-CN" altLang="en-US">
                <a:solidFill>
                  <a:srgbClr val="000000"/>
                </a:solidFill>
                <a:latin typeface="Calibri"/>
                <a:ea typeface="Noto Sans SC Static"/>
              </a:rPr>
              <a:t>3. 软符号OFDM物理层：</a:t>
            </a:r>
            <a:r>
              <a:rPr sz="1100" b="0" i="0" lang="zh-CN" altLang="en-US">
                <a:solidFill>
                  <a:srgbClr val="000000"/>
                </a:solidFill>
                <a:latin typeface="Calibri"/>
                <a:ea typeface="Noto Sans SC Static"/>
              </a:rPr>
              <a:t>683个符号的长帧、PN扰码、二阶SFO/CPE跟踪；均衡后的I/Q不经判决直接送入解码器。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4005072" y="5468112"/>
            <a:ext cx="137160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 lang="zh-CN" altLang="en-US">
                <a:solidFill>
                  <a:srgbClr val="000000"/>
                </a:solidFill>
                <a:latin typeface="Calibri"/>
                <a:ea typeface="Noto Sans SC Static"/>
              </a:rPr>
              <a:t>4. 完整演示系统：</a:t>
            </a:r>
            <a:r>
              <a:rPr sz="1100" b="0" i="0" lang="zh-CN" altLang="en-US">
                <a:solidFill>
                  <a:srgbClr val="000000"/>
                </a:solidFill>
                <a:latin typeface="Calibri"/>
                <a:ea typeface="Noto Sans SC Static"/>
              </a:rPr>
              <a:t>从摄像头到触摸屏，实时显示PSNR和星座图，并用Mali-400 GPU绘制信道三维图。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961120" y="1938528"/>
            <a:ext cx="315468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1" i="0" lang="zh-CN" altLang="en-US">
                <a:solidFill>
                  <a:srgbClr val="000000"/>
                </a:solidFill>
                <a:latin typeface="Calibri"/>
                <a:ea typeface="Noto Sans SC Static"/>
              </a:rPr>
              <a:t>空口实测PSNR（DIV2K 0802，每幅图32,768个64QAM符号）</a:t>
            </a:r>
          </a:p>
        </p:txBody>
      </p:sp>
      <p:graphicFrame>
        <p:nvGraphicFramePr>
          <p:cNvPr id="101" name="Chart 100"/>
          <p:cNvGraphicFramePr>
            <a:graphicFrameLocks noGrp="1"/>
          </p:cNvGraphicFramePr>
          <p:nvPr/>
        </p:nvGraphicFramePr>
        <p:xfrm>
          <a:off x="8915400" y="2103120"/>
          <a:ext cx="3200400" cy="1645920"/>
        </p:xfrm>
        <a:graphic>
          <a:graphicData uri="http://schemas.openxmlformats.org/drawingml/2006/chart">
            <c:chart xmlns:c="http://schemas.openxmlformats.org/drawingml/2006/chart" r:id="rId12"/>
          </a:graphicData>
        </a:graphic>
      </p:graphicFrame>
      <p:sp>
        <p:nvSpPr>
          <p:cNvPr id="102" name="TextBox 101"/>
          <p:cNvSpPr txBox="1"/>
          <p:nvPr/>
        </p:nvSpPr>
        <p:spPr>
          <a:xfrm>
            <a:off x="8458200" y="3813048"/>
            <a:ext cx="365760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 lang="zh-CN" altLang="en-US">
                <a:solidFill>
                  <a:srgbClr val="000000"/>
                </a:solidFill>
                <a:latin typeface="Calibri"/>
                <a:ea typeface="Noto Sans SC Static"/>
              </a:rPr>
              <a:t>DeepJSCC-Q在高SNR时比JPEG + LDPC高</a:t>
            </a:r>
            <a:r>
              <a:rPr sz="1100" b="1" i="0" lang="zh-CN" altLang="en-US">
                <a:solidFill>
                  <a:srgbClr val="000000"/>
                </a:solidFill>
                <a:latin typeface="Calibri"/>
                <a:ea typeface="Noto Sans SC Static"/>
              </a:rPr>
              <a:t>2.8 dB</a:t>
            </a:r>
            <a:r>
              <a:rPr sz="1100" b="0" i="0" lang="zh-CN" altLang="en-US">
                <a:solidFill>
                  <a:srgbClr val="000000"/>
                </a:solidFill>
                <a:latin typeface="Calibri"/>
                <a:ea typeface="Noto Sans SC Static"/>
              </a:rPr>
              <a:t>，SNR降到2.9 dB时仍有</a:t>
            </a:r>
            <a:r>
              <a:rPr sz="1100" b="1" i="0" lang="zh-CN" altLang="en-US">
                <a:solidFill>
                  <a:srgbClr val="000000"/>
                </a:solidFill>
                <a:latin typeface="Calibri"/>
                <a:ea typeface="Noto Sans SC Static"/>
              </a:rPr>
              <a:t>23.5 dB</a:t>
            </a:r>
            <a:r>
              <a:rPr sz="1100" b="0" i="0" lang="zh-CN" altLang="en-US">
                <a:solidFill>
                  <a:srgbClr val="000000"/>
                </a:solidFill>
                <a:latin typeface="Calibri"/>
                <a:ea typeface="Noto Sans SC Static"/>
              </a:rPr>
              <a:t>；基线在16～19.5 dB处断崖式失效。</a:t>
            </a:r>
          </a:p>
        </p:txBody>
      </p:sp>
      <p:pic>
        <p:nvPicPr>
          <p:cNvPr id="103" name="Picture 102" descr="strip.png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8458200" y="4370832"/>
            <a:ext cx="3657600" cy="1423416"/>
          </a:xfrm>
          <a:prstGeom prst="rect">
            <a:avLst/>
          </a:prstGeom>
        </p:spPr>
      </p:pic>
      <p:sp>
        <p:nvSpPr>
          <p:cNvPr id="104" name="TextBox 103"/>
          <p:cNvSpPr txBox="1"/>
          <p:nvPr/>
        </p:nvSpPr>
        <p:spPr>
          <a:xfrm>
            <a:off x="8458200" y="5833872"/>
            <a:ext cx="36576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 i="0" lang="zh-CN" altLang="en-US">
                <a:solidFill>
                  <a:srgbClr val="000000"/>
                </a:solidFill>
                <a:latin typeface="Calibri"/>
                <a:ea typeface="Noto Sans SC Static"/>
              </a:rPr>
              <a:t>30 fps</a:t>
            </a:r>
            <a:r>
              <a:rPr sz="1000" b="0" i="0" lang="zh-CN" altLang="en-US">
                <a:solidFill>
                  <a:srgbClr val="000000"/>
                </a:solidFill>
                <a:latin typeface="Calibri"/>
                <a:ea typeface="Noto Sans SC Static"/>
              </a:rPr>
              <a:t>连续运行10分钟（18,020帧），PL内端到端时延</a:t>
            </a:r>
            <a:r>
              <a:rPr sz="1000" b="1" i="0" lang="zh-CN" altLang="en-US">
                <a:solidFill>
                  <a:srgbClr val="000000"/>
                </a:solidFill>
                <a:latin typeface="Calibri"/>
                <a:ea typeface="Noto Sans SC Static"/>
              </a:rPr>
              <a:t>67.5 ms</a:t>
            </a:r>
          </a:p>
        </p:txBody>
      </p:sp>
      <p:graphicFrame>
        <p:nvGraphicFramePr>
          <p:cNvPr id="105" name="Table 104"/>
          <p:cNvGraphicFramePr>
            <a:graphicFrameLocks noGrp="1"/>
          </p:cNvGraphicFramePr>
          <p:nvPr/>
        </p:nvGraphicFramePr>
        <p:xfrm>
          <a:off x="8458200" y="6035040"/>
          <a:ext cx="3657600" cy="3840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02920"/>
                <a:gridCol w="685800"/>
                <a:gridCol w="640080"/>
                <a:gridCol w="457200"/>
                <a:gridCol w="685800"/>
                <a:gridCol w="685800"/>
              </a:tblGrid>
              <a:tr h="128016">
                <a:tc>
                  <a:txBody>
                    <a:bodyPr/>
                    <a:lstStyle/>
                    <a:p>
                      <a:pPr algn="ctr"/>
                      <a:r>
                        <a:rPr sz="850" b="1" lang="zh-CN" altLang="en-US">
                          <a:solidFill>
                            <a:srgbClr val="000000"/>
                          </a:solidFill>
                          <a:latin typeface="Calibri"/>
                          <a:ea typeface="Noto Sans SC Static"/>
                        </a:rPr>
                        <a:t>工程</a:t>
                      </a:r>
                    </a:p>
                  </a:txBody>
                  <a:tcPr marL="27432" marR="27432" marT="0" marB="0">
                    <a:solidFill>
                      <a:srgbClr val="DDEB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1" lang="zh-CN" altLang="en-US">
                          <a:solidFill>
                            <a:srgbClr val="000000"/>
                          </a:solidFill>
                          <a:latin typeface="Calibri"/>
                          <a:ea typeface="Noto Sans SC Static"/>
                        </a:rPr>
                        <a:t>LUT</a:t>
                      </a:r>
                    </a:p>
                  </a:txBody>
                  <a:tcPr marL="27432" marR="27432" marT="0" marB="0">
                    <a:solidFill>
                      <a:srgbClr val="DDEB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1" lang="zh-CN" altLang="en-US">
                          <a:solidFill>
                            <a:srgbClr val="000000"/>
                          </a:solidFill>
                          <a:latin typeface="Calibri"/>
                          <a:ea typeface="Noto Sans SC Static"/>
                        </a:rPr>
                        <a:t>BRAM36</a:t>
                      </a:r>
                    </a:p>
                  </a:txBody>
                  <a:tcPr marL="27432" marR="27432" marT="0" marB="0">
                    <a:solidFill>
                      <a:srgbClr val="DDEB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1" lang="zh-CN" altLang="en-US">
                          <a:solidFill>
                            <a:srgbClr val="000000"/>
                          </a:solidFill>
                          <a:latin typeface="Calibri"/>
                          <a:ea typeface="Noto Sans SC Static"/>
                        </a:rPr>
                        <a:t>DSP</a:t>
                      </a:r>
                    </a:p>
                  </a:txBody>
                  <a:tcPr marL="27432" marR="27432" marT="0" marB="0">
                    <a:solidFill>
                      <a:srgbClr val="DDEB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1" lang="zh-CN" altLang="en-US">
                          <a:solidFill>
                            <a:srgbClr val="000000"/>
                          </a:solidFill>
                          <a:latin typeface="Calibri"/>
                          <a:ea typeface="Noto Sans SC Static"/>
                        </a:rPr>
                        <a:t>WNS (ns)</a:t>
                      </a:r>
                    </a:p>
                  </a:txBody>
                  <a:tcPr marL="27432" marR="27432" marT="0" marB="0">
                    <a:solidFill>
                      <a:srgbClr val="DDEB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1" lang="zh-CN" altLang="en-US">
                          <a:solidFill>
                            <a:srgbClr val="000000"/>
                          </a:solidFill>
                          <a:latin typeface="Calibri"/>
                          <a:ea typeface="Noto Sans SC Static"/>
                        </a:rPr>
                        <a:t>功耗*</a:t>
                      </a:r>
                    </a:p>
                  </a:txBody>
                  <a:tcPr marL="27432" marR="27432" marT="0" marB="0">
                    <a:solidFill>
                      <a:srgbClr val="DDEBF7"/>
                    </a:solidFill>
                  </a:tcPr>
                </a:tc>
              </a:tr>
              <a:tr h="128016">
                <a:tc>
                  <a:txBody>
                    <a:bodyPr/>
                    <a:lstStyle/>
                    <a:p>
                      <a:pPr algn="ctr"/>
                      <a:r>
                        <a:rPr sz="850" b="0" lang="zh-CN" altLang="en-US">
                          <a:solidFill>
                            <a:srgbClr val="000000"/>
                          </a:solidFill>
                          <a:latin typeface="Calibri"/>
                          <a:ea typeface="Noto Sans SC Static"/>
                        </a:rPr>
                        <a:t>TX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 lang="zh-CN" altLang="en-US">
                          <a:solidFill>
                            <a:srgbClr val="000000"/>
                          </a:solidFill>
                          <a:latin typeface="Calibri"/>
                          <a:ea typeface="Noto Sans SC Static"/>
                        </a:rPr>
                        <a:t>54,241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 lang="zh-CN" altLang="en-US">
                          <a:solidFill>
                            <a:srgbClr val="000000"/>
                          </a:solidFill>
                          <a:latin typeface="Calibri"/>
                          <a:ea typeface="Noto Sans SC Static"/>
                        </a:rPr>
                        <a:t>104.5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 lang="zh-CN" altLang="en-US">
                          <a:solidFill>
                            <a:srgbClr val="000000"/>
                          </a:solidFill>
                          <a:latin typeface="Calibri"/>
                          <a:ea typeface="Noto Sans SC Static"/>
                        </a:rPr>
                        <a:t>243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 lang="zh-CN" altLang="en-US">
                          <a:solidFill>
                            <a:srgbClr val="000000"/>
                          </a:solidFill>
                          <a:latin typeface="Calibri"/>
                          <a:ea typeface="Noto Sans SC Static"/>
                        </a:rPr>
                        <a:t>+0.082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 lang="zh-CN" altLang="en-US">
                          <a:solidFill>
                            <a:srgbClr val="000000"/>
                          </a:solidFill>
                          <a:latin typeface="Calibri"/>
                          <a:ea typeface="Noto Sans SC Static"/>
                        </a:rPr>
                        <a:t>3.07 W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</a:tcPr>
                </a:tc>
              </a:tr>
              <a:tr h="128016">
                <a:tc>
                  <a:txBody>
                    <a:bodyPr/>
                    <a:lstStyle/>
                    <a:p>
                      <a:pPr algn="ctr"/>
                      <a:r>
                        <a:rPr sz="850" b="0" lang="zh-CN" altLang="en-US">
                          <a:solidFill>
                            <a:srgbClr val="000000"/>
                          </a:solidFill>
                          <a:latin typeface="Calibri"/>
                          <a:ea typeface="Noto Sans SC Static"/>
                        </a:rPr>
                        <a:t>RX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 lang="zh-CN" altLang="en-US">
                          <a:solidFill>
                            <a:srgbClr val="000000"/>
                          </a:solidFill>
                          <a:latin typeface="Calibri"/>
                          <a:ea typeface="Noto Sans SC Static"/>
                        </a:rPr>
                        <a:t>63,699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 lang="zh-CN" altLang="en-US">
                          <a:solidFill>
                            <a:srgbClr val="000000"/>
                          </a:solidFill>
                          <a:latin typeface="Calibri"/>
                          <a:ea typeface="Noto Sans SC Static"/>
                        </a:rPr>
                        <a:t>65.5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 lang="zh-CN" altLang="en-US">
                          <a:solidFill>
                            <a:srgbClr val="000000"/>
                          </a:solidFill>
                          <a:latin typeface="Calibri"/>
                          <a:ea typeface="Noto Sans SC Static"/>
                        </a:rPr>
                        <a:t>133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 lang="zh-CN" altLang="en-US">
                          <a:solidFill>
                            <a:srgbClr val="000000"/>
                          </a:solidFill>
                          <a:latin typeface="Calibri"/>
                          <a:ea typeface="Noto Sans SC Static"/>
                        </a:rPr>
                        <a:t>+0.307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 lang="zh-CN" altLang="en-US">
                          <a:solidFill>
                            <a:srgbClr val="000000"/>
                          </a:solidFill>
                          <a:latin typeface="Calibri"/>
                          <a:ea typeface="Noto Sans SC Static"/>
                        </a:rPr>
                        <a:t>3.44 W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6" name="TextBox 105"/>
          <p:cNvSpPr txBox="1"/>
          <p:nvPr/>
        </p:nvSpPr>
        <p:spPr>
          <a:xfrm>
            <a:off x="8458200" y="6437376"/>
            <a:ext cx="283464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700" b="0" i="0" lang="zh-CN" altLang="en-US">
                <a:solidFill>
                  <a:srgbClr val="52606D"/>
                </a:solidFill>
                <a:latin typeface="Calibri"/>
                <a:ea typeface="Noto Sans SC Static"/>
              </a:rPr>
              <a:t>* 功耗为实测值，含PS、PL与DDR；资源为xczu5eg布局布线后结果</a:t>
            </a:r>
          </a:p>
        </p:txBody>
      </p:sp>
    </p:spTree>
    <p:extLst>
      <p:ext uri="{BB962C8B-B14F-4D97-AF65-F5344CB8AC3E}">
        <p14:creationId xmlns:p14="http://schemas.microsoft.com/office/powerpoint/2010/main" val="1777069741"/>
      </p:ext>
    </p:extLst>
  </p:cSld>
  <p:clrMapOvr>
    <a:masterClrMapping/>
  </p:clrMapOvr>
  <p:transition>
    <p:fade/>
  </p:transition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"/>
</p:tagLst>
</file>

<file path=ppt/tags/tag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"/>
</p:tagLst>
</file>

<file path=ppt/theme/theme1.xml><?xml version="1.0" encoding="utf-8"?>
<a:theme xmlns:a="http://schemas.openxmlformats.org/drawingml/2006/main" name="AMD Corporate Template_Dark">
  <a:themeElements>
    <a:clrScheme name="AMD Corporate">
      <a:dk1>
        <a:srgbClr val="000000"/>
      </a:dk1>
      <a:lt1>
        <a:srgbClr val="FFFFFF"/>
      </a:lt1>
      <a:dk2>
        <a:srgbClr val="5E5E5E"/>
      </a:dk2>
      <a:lt2>
        <a:srgbClr val="9D9FA2"/>
      </a:lt2>
      <a:accent1>
        <a:srgbClr val="636466"/>
      </a:accent1>
      <a:accent2>
        <a:srgbClr val="9D9FA2"/>
      </a:accent2>
      <a:accent3>
        <a:srgbClr val="EAEAEA"/>
      </a:accent3>
      <a:accent4>
        <a:srgbClr val="F26522"/>
      </a:accent4>
      <a:accent5>
        <a:srgbClr val="ED1C24"/>
      </a:accent5>
      <a:accent6>
        <a:srgbClr val="007C97"/>
      </a:accent6>
      <a:hlink>
        <a:srgbClr val="D5D5D5"/>
      </a:hlink>
      <a:folHlink>
        <a:srgbClr val="A9A9A9"/>
      </a:folHlink>
    </a:clrScheme>
    <a:fontScheme name="Arial">
      <a:majorFont>
        <a:latin typeface="Arial" panose="020B0604020202020204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ajorFont>
      <a:minorFont>
        <a:latin typeface="Arial" panose="020B0604020202020204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Couture">
      <a:fillStyleLst>
        <a:solidFill>
          <a:schemeClr val="phClr"/>
        </a:solidFill>
        <a:solidFill>
          <a:schemeClr val="phClr">
            <a:tint val="65000"/>
          </a:schemeClr>
        </a:solidFill>
        <a:solidFill>
          <a:schemeClr val="phClr">
            <a:shade val="80000"/>
            <a:satMod val="180000"/>
          </a:schemeClr>
        </a:solidFill>
      </a:fillStyleLst>
      <a:lnStyleLst>
        <a:ln w="9525" cap="flat" cmpd="sng" algn="ctr">
          <a:solidFill>
            <a:schemeClr val="phClr"/>
          </a:solidFill>
          <a:prstDash val="solid"/>
        </a:ln>
        <a:ln w="10795" cap="flat" cmpd="sng" algn="ctr">
          <a:solidFill>
            <a:schemeClr val="phClr"/>
          </a:solidFill>
          <a:prstDash val="solid"/>
        </a:ln>
        <a:ln w="17145" cap="flat" cmpd="sng" algn="ctr">
          <a:solidFill>
            <a:schemeClr val="phClr">
              <a:shade val="95000"/>
              <a:alpha val="50000"/>
              <a:satMod val="150000"/>
            </a:schemeClr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44450" dist="13970" dir="5400000" algn="ctr" rotWithShape="0">
              <a:srgbClr val="000000">
                <a:alpha val="45000"/>
              </a:srgbClr>
            </a:outerShdw>
          </a:effectLst>
          <a:scene3d>
            <a:camera prst="orthographicFront">
              <a:rot lat="0" lon="0" rev="0"/>
            </a:camera>
            <a:lightRig rig="twoPt" dir="tl"/>
          </a:scene3d>
          <a:sp3d prstMaterial="flat">
            <a:bevelT w="19050" h="31750" prst="coolSlant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 bwMode="auto">
        <a:solidFill>
          <a:schemeClr val="accent1"/>
        </a:solidFill>
        <a:ln>
          <a:solidFill>
            <a:schemeClr val="accent2"/>
          </a:solidFill>
          <a:headEnd type="none" w="med" len="med"/>
          <a:tailEnd type="none" w="med" len="med"/>
        </a:ln>
        <a:effectLst/>
      </a:spPr>
      <a:bodyPr rot="0" spcFirstLastPara="0" vertOverflow="overflow" horzOverflow="overflow" vert="horz" wrap="square" lIns="182880" tIns="146304" rIns="182880" bIns="146304" numCol="1" spcCol="0" rtlCol="0" fromWordArt="0" anchor="t" anchorCtr="0" forceAA="0" compatLnSpc="1">
        <a:prstTxWarp prst="textNoShape">
          <a:avLst/>
        </a:prstTxWarp>
        <a:noAutofit/>
      </a:bodyPr>
      <a:lstStyle>
        <a:defPPr algn="l" defTabSz="932472" fontAlgn="base">
          <a:spcBef>
            <a:spcPct val="0"/>
          </a:spcBef>
          <a:spcAft>
            <a:spcPct val="0"/>
          </a:spcAft>
          <a:defRPr sz="1800" dirty="0" err="1" smtClean="0">
            <a:gradFill>
              <a:gsLst>
                <a:gs pos="0">
                  <a:srgbClr val="FFFFFF"/>
                </a:gs>
                <a:gs pos="100000">
                  <a:srgbClr val="FFFFFF"/>
                </a:gs>
              </a:gsLst>
              <a:lin ang="5400000" scaled="0"/>
            </a:gradFill>
            <a:ea typeface="Segoe UI" pitchFamily="34" charset="0"/>
            <a:cs typeface="Segoe UI" pitchFamily="34" charset="0"/>
          </a:defRPr>
        </a:defPPr>
      </a:lstStyle>
      <a:style>
        <a:lnRef idx="1">
          <a:schemeClr val="accent2"/>
        </a:lnRef>
        <a:fillRef idx="3">
          <a:schemeClr val="accent2"/>
        </a:fillRef>
        <a:effectRef idx="2">
          <a:schemeClr val="accent2"/>
        </a:effectRef>
        <a:fontRef idx="minor">
          <a:schemeClr val="lt1"/>
        </a:fontRef>
      </a:style>
    </a:spDef>
    <a:lnDef>
      <a:spPr>
        <a:ln>
          <a:solidFill>
            <a:schemeClr val="tx1"/>
          </a:solidFill>
          <a:headEnd type="none" w="lg" len="med"/>
          <a:tailEnd type="none" w="lg" len="med"/>
        </a:ln>
      </a:spPr>
      <a:bodyPr/>
      <a:lstStyle/>
      <a:style>
        <a:lnRef idx="1">
          <a:schemeClr val="accent1"/>
        </a:lnRef>
        <a:fillRef idx="0">
          <a:schemeClr val="accent1"/>
        </a:fillRef>
        <a:effectRef idx="0">
          <a:schemeClr val="accent1"/>
        </a:effectRef>
        <a:fontRef idx="minor">
          <a:schemeClr val="tx1"/>
        </a:fontRef>
      </a:style>
    </a:lnDef>
    <a:txDef>
      <a:spPr>
        <a:noFill/>
      </a:spPr>
      <a:bodyPr wrap="square" lIns="0" tIns="0" rIns="0" bIns="0" rtlCol="0">
        <a:spAutoFit/>
      </a:bodyPr>
      <a:lstStyle>
        <a:defPPr algn="l">
          <a:buClr>
            <a:schemeClr val="accent1"/>
          </a:buClr>
          <a:buSzPct val="60000"/>
          <a:defRPr sz="1800" dirty="0" err="1" smtClean="0"/>
        </a:defPPr>
      </a:lstStyle>
    </a:txDef>
  </a:objectDefaults>
  <a:extraClrSchemeLst/>
  <a:extLst>
    <a:ext uri="{05A4C25C-085E-4340-85A3-A5531E510DB2}">
      <thm15:themeFamily xmlns:thm15="http://schemas.microsoft.com/office/thememl/2012/main" name="Presentation7" id="{94DDD171-3649-784B-8DFF-0523AEB0E1C6}" vid="{59C6D40F-03E9-B54A-84C3-8AA203559103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customXml/_rels/item1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3.xml"/></Relationships>
</file>

<file path=customXml/_rels/item4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4.xml"/></Relationships>
</file>

<file path=customXml/_rels/item5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5.xml"/></Relationships>
</file>

<file path=customXml/item1.xml><?xml version="1.0" encoding="utf-8"?>
<TemplafyTemplateConfiguration><![CDATA[{"elementsMetadata":[],"transformationConfigurations":[{"colorTheme":"{{DataSources.ColorThemes[\"Corporate\"].ColorTheme}}","disableUpdates":false,"type":"colorTheme"}],"enableDocumentContentUpdater":true,"version":"2.0"}]]></TemplafyTemplateConfiguration>
</file>

<file path=customXml/item2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3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778A2EBC6E34694C80F43E94FCA993B5" ma:contentTypeVersion="14" ma:contentTypeDescription="Create a new document." ma:contentTypeScope="" ma:versionID="1a7ced39ac191f9ec8deffde533b0c1c">
  <xsd:schema xmlns:xsd="http://www.w3.org/2001/XMLSchema" xmlns:xs="http://www.w3.org/2001/XMLSchema" xmlns:p="http://schemas.microsoft.com/office/2006/metadata/properties" xmlns:ns1="http://schemas.microsoft.com/sharepoint/v3" xmlns:ns2="e4aa919a-b200-49cb-beca-4c7e0810321e" xmlns:ns3="06670dda-0291-4061-b6e0-f6c0cb392c51" targetNamespace="http://schemas.microsoft.com/office/2006/metadata/properties" ma:root="true" ma:fieldsID="bedea8c8816a4e5934c808becd103583" ns1:_="" ns2:_="" ns3:_="">
    <xsd:import namespace="http://schemas.microsoft.com/sharepoint/v3"/>
    <xsd:import namespace="e4aa919a-b200-49cb-beca-4c7e0810321e"/>
    <xsd:import namespace="06670dda-0291-4061-b6e0-f6c0cb392c51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AutoKeyPoints" minOccurs="0"/>
                <xsd:element ref="ns2:MediaServiceKeyPoints" minOccurs="0"/>
                <xsd:element ref="ns2:MediaServiceDateTaken" minOccurs="0"/>
                <xsd:element ref="ns2:MediaServiceAutoTags" minOccurs="0"/>
                <xsd:element ref="ns2:MediaServiceLocation" minOccurs="0"/>
                <xsd:element ref="ns2:MediaServiceOCR" minOccurs="0"/>
                <xsd:element ref="ns3:SharedWithUsers" minOccurs="0"/>
                <xsd:element ref="ns3:SharedWithDetails" minOccurs="0"/>
                <xsd:element ref="ns2:MediaServiceGenerationTime" minOccurs="0"/>
                <xsd:element ref="ns2:MediaServiceEventHashCode" minOccurs="0"/>
                <xsd:element ref="ns1:_ip_UnifiedCompliancePolicyProperties" minOccurs="0"/>
                <xsd:element ref="ns1:_ip_UnifiedCompliancePolicyUIAction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http://schemas.microsoft.com/sharepoint/v3" elementFormDefault="qualified">
    <xsd:import namespace="http://schemas.microsoft.com/office/2006/documentManagement/types"/>
    <xsd:import namespace="http://schemas.microsoft.com/office/infopath/2007/PartnerControls"/>
    <xsd:element name="_ip_UnifiedCompliancePolicyProperties" ma:index="20" nillable="true" ma:displayName="Unified Compliance Policy Properties" ma:hidden="true" ma:internalName="_ip_UnifiedCompliancePolicyProperties">
      <xsd:simpleType>
        <xsd:restriction base="dms:Note"/>
      </xsd:simpleType>
    </xsd:element>
    <xsd:element name="_ip_UnifiedCompliancePolicyUIAction" ma:index="21" nillable="true" ma:displayName="Unified Compliance Policy UI Action" ma:hidden="true" ma:internalName="_ip_UnifiedCompliancePolicyUIAction">
      <xsd:simpleType>
        <xsd:restriction base="dms:Text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e4aa919a-b200-49cb-beca-4c7e0810321e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AutoKeyPoints" ma:index="10" nillable="true" ma:displayName="MediaServiceAutoKeyPoints" ma:hidden="true" ma:internalName="MediaServiceAutoKeyPoints" ma:readOnly="true">
      <xsd:simpleType>
        <xsd:restriction base="dms:Note"/>
      </xsd:simpleType>
    </xsd:element>
    <xsd:element name="MediaServiceKeyPoints" ma:index="11" nillable="true" ma:displayName="KeyPoints" ma:internalName="MediaServiceKeyPoints" ma:readOnly="false">
      <xsd:simpleType>
        <xsd:restriction base="dms:Note">
          <xsd:maxLength value="255"/>
        </xsd:restriction>
      </xsd:simpleType>
    </xsd:element>
    <xsd:element name="MediaServiceDateTaken" ma:index="12" nillable="true" ma:displayName="MediaServiceDateTaken" ma:hidden="true" ma:internalName="MediaServiceDateTaken" ma:readOnly="true">
      <xsd:simpleType>
        <xsd:restriction base="dms:Text"/>
      </xsd:simpleType>
    </xsd:element>
    <xsd:element name="MediaServiceAutoTags" ma:index="13" nillable="true" ma:displayName="Tags" ma:internalName="MediaServiceAutoTags" ma:readOnly="true">
      <xsd:simpleType>
        <xsd:restriction base="dms:Text"/>
      </xsd:simpleType>
    </xsd:element>
    <xsd:element name="MediaServiceLocation" ma:index="14" nillable="true" ma:displayName="Location" ma:internalName="MediaServiceLocation" ma:readOnly="true">
      <xsd:simpleType>
        <xsd:restriction base="dms:Text"/>
      </xsd:simpleType>
    </xsd:element>
    <xsd:element name="MediaServiceOCR" ma:index="15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  <xsd:element name="MediaServiceGenerationTime" ma:index="18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9" nillable="true" ma:displayName="MediaServiceEventHashCode" ma:hidden="true" ma:internalName="MediaServiceEventHashCode" ma:readOnly="true">
      <xsd:simpleType>
        <xsd:restriction base="dms:Text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06670dda-0291-4061-b6e0-f6c0cb392c51" elementFormDefault="qualified">
    <xsd:import namespace="http://schemas.microsoft.com/office/2006/documentManagement/types"/>
    <xsd:import namespace="http://schemas.microsoft.com/office/infopath/2007/PartnerControls"/>
    <xsd:element name="SharedWithUsers" ma:index="16" nillable="true" ma:displayName="Shared With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7" nillable="true" ma:displayName="Shared With Details" ma:internalName="SharedWithDetails" ma:readOnly="true">
      <xsd:simpleType>
        <xsd:restriction base="dms:Note">
          <xsd:maxLength value="255"/>
        </xsd:restriction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4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_ip_UnifiedCompliancePolicyUIAction xmlns="http://schemas.microsoft.com/sharepoint/v3" xsi:nil="true"/>
    <_ip_UnifiedCompliancePolicyProperties xmlns="http://schemas.microsoft.com/sharepoint/v3" xsi:nil="true"/>
    <MediaServiceKeyPoints xmlns="e4aa919a-b200-49cb-beca-4c7e0810321e" xsi:nil="true"/>
  </documentManagement>
</p:properties>
</file>

<file path=customXml/item5.xml><?xml version="1.0" encoding="utf-8"?>
<TemplafyFormConfiguration><![CDATA[{"formFields":[{"required":false,"placeholder":"Title | Date | Security Setting","lines":1,"shareValue":false,"type":"textBox","name":"Footer","label":"Enter footer description","fullyQualifiedName":"Footer"}],"formDataEntries":[]}]]></TemplafyFormConfiguration>
</file>

<file path=customXml/itemProps1.xml><?xml version="1.0" encoding="utf-8"?>
<ds:datastoreItem xmlns:ds="http://schemas.openxmlformats.org/officeDocument/2006/customXml" ds:itemID="{6291F803-2EF0-4E47-96D6-4796950CE6BD}">
  <ds:schemaRefs/>
</ds:datastoreItem>
</file>

<file path=customXml/itemProps2.xml><?xml version="1.0" encoding="utf-8"?>
<ds:datastoreItem xmlns:ds="http://schemas.openxmlformats.org/officeDocument/2006/customXml" ds:itemID="{758FDAC0-319D-4A54-8D8E-1D42CB1F8004}">
  <ds:schemaRefs>
    <ds:schemaRef ds:uri="http://schemas.microsoft.com/sharepoint/v3/contenttype/forms"/>
  </ds:schemaRefs>
</ds:datastoreItem>
</file>

<file path=customXml/itemProps3.xml><?xml version="1.0" encoding="utf-8"?>
<ds:datastoreItem xmlns:ds="http://schemas.openxmlformats.org/officeDocument/2006/customXml" ds:itemID="{0BB3C309-8520-4616-80FC-2CB10D5B83A0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http://schemas.microsoft.com/sharepoint/v3"/>
    <ds:schemaRef ds:uri="e4aa919a-b200-49cb-beca-4c7e0810321e"/>
    <ds:schemaRef ds:uri="06670dda-0291-4061-b6e0-f6c0cb392c51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4.xml><?xml version="1.0" encoding="utf-8"?>
<ds:datastoreItem xmlns:ds="http://schemas.openxmlformats.org/officeDocument/2006/customXml" ds:itemID="{F990F116-B58F-4255-B05B-DA3808E0E5C6}">
  <ds:schemaRefs>
    <ds:schemaRef ds:uri="http://schemas.openxmlformats.org/package/2006/metadata/core-properties"/>
    <ds:schemaRef ds:uri="http://purl.org/dc/dcmitype/"/>
    <ds:schemaRef ds:uri="http://schemas.microsoft.com/office/infopath/2007/PartnerControls"/>
    <ds:schemaRef ds:uri="e4aa919a-b200-49cb-beca-4c7e0810321e"/>
    <ds:schemaRef ds:uri="http://purl.org/dc/elements/1.1/"/>
    <ds:schemaRef ds:uri="http://schemas.microsoft.com/office/2006/metadata/properties"/>
    <ds:schemaRef ds:uri="06670dda-0291-4061-b6e0-f6c0cb392c51"/>
    <ds:schemaRef ds:uri="http://schemas.microsoft.com/office/2006/documentManagement/types"/>
    <ds:schemaRef ds:uri="http://purl.org/dc/terms/"/>
    <ds:schemaRef ds:uri="http://schemas.microsoft.com/sharepoint/v3"/>
    <ds:schemaRef ds:uri="http://www.w3.org/XML/1998/namespace"/>
  </ds:schemaRefs>
</ds:datastoreItem>
</file>

<file path=customXml/itemProps5.xml><?xml version="1.0" encoding="utf-8"?>
<ds:datastoreItem xmlns:ds="http://schemas.openxmlformats.org/officeDocument/2006/customXml" ds:itemID="{43BC5722-1D5B-4915-8247-E6D5F513E549}">
  <ds:schemaRefs/>
</ds:datastoreItem>
</file>

<file path=docMetadata/LabelInfo.xml><?xml version="1.0" encoding="utf-8"?>
<clbl:labelList xmlns:clbl="http://schemas.microsoft.com/office/2020/mipLabelMetadata">
  <clbl:label id="{5bd4f1f7-d4b1-4cbd-af48-dd17bd0768d5}" enabled="1" method="Privileged" siteId="{3dd8961f-e488-4e60-8e11-a82d994e183d}" removed="0"/>
</clbl:labelList>
</file>

<file path=docProps/app.xml><?xml version="1.0" encoding="utf-8"?>
<Properties xmlns="http://schemas.openxmlformats.org/officeDocument/2006/extended-properties" xmlns:vt="http://schemas.openxmlformats.org/officeDocument/2006/docPropsVTypes">
  <Template>AMD Corporate Template_Dark</Template>
  <TotalTime>2133</TotalTime>
  <Words>454</Words>
  <Application>Microsoft Office PowerPoint</Application>
  <PresentationFormat>Widescreen</PresentationFormat>
  <Paragraphs>60</Paragraphs>
  <Slides>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7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9" baseType="lpstr">
      <vt:lpstr>微软雅黑</vt:lpstr>
      <vt:lpstr>Aharoni</vt:lpstr>
      <vt:lpstr>Arial</vt:lpstr>
      <vt:lpstr>Calibri</vt:lpstr>
      <vt:lpstr>Consolas</vt:lpstr>
      <vt:lpstr>Segoe UI</vt:lpstr>
      <vt:lpstr>Times New Roman</vt:lpstr>
      <vt:lpstr>AMD Corporate Template_Dark</vt:lpstr>
      <vt:lpstr>INTRODUCTION</vt:lpstr>
    </vt:vector>
  </TitlesOfParts>
  <Manager>&lt;Comms manager name here&gt;</Manager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subject>AMD Corporate Powerpoint Template</dc:subject>
  <dc:creator>Federico Gasquet</dc:creator>
  <cp:keywords>AMD Corporate Powerpoint Template</cp:keywords>
  <dc:description/>
  <cp:lastModifiedBy>Chen, Wen (Vicky)</cp:lastModifiedBy>
  <cp:revision>25</cp:revision>
  <cp:lastPrinted>2020-04-30T18:59:47Z</cp:lastPrinted>
  <dcterms:created xsi:type="dcterms:W3CDTF">2021-04-19T14:31:00Z</dcterms:created>
  <dcterms:modified xsi:type="dcterms:W3CDTF">2026-10-28T10:03:43Z</dcterms:modified>
  <cp:category>AMD Corporate Powerpoint Template</cp:category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Publisher">
    <vt:lpwstr>AMD Creative Studio</vt:lpwstr>
  </property>
  <property fmtid="{D5CDD505-2E9C-101B-9397-08002B2CF9AE}" pid="3" name="Date completed">
    <vt:lpwstr>April 30, 2020</vt:lpwstr>
  </property>
  <property fmtid="{D5CDD505-2E9C-101B-9397-08002B2CF9AE}" pid="4" name="MS_Version">
    <vt:lpwstr>1.0.0</vt:lpwstr>
  </property>
  <property fmtid="{D5CDD505-2E9C-101B-9397-08002B2CF9AE}" pid="5" name="TemplafyTimeStamp">
    <vt:lpwstr>2021-07-26T15:24:07</vt:lpwstr>
  </property>
  <property fmtid="{D5CDD505-2E9C-101B-9397-08002B2CF9AE}" pid="6" name="ClassificationContentMarkingHeaderLocations">
    <vt:lpwstr>AMD Corporate Template_Dark:6</vt:lpwstr>
  </property>
  <property fmtid="{D5CDD505-2E9C-101B-9397-08002B2CF9AE}" pid="7" name="ClassificationContentMarkingHeaderText">
    <vt:lpwstr>[Copyright &lt;Year&gt;]</vt:lpwstr>
  </property>
</Properties>
</file>