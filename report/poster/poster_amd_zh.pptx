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4229" r:id="rId6"/>
  </p:sldMasterIdLst>
  <p:notesMasterIdLst>
    <p:notesMasterId r:id="rId8"/>
  </p:notesMasterIdLst>
  <p:handoutMasterIdLst>
    <p:handoutMasterId r:id="rId9"/>
  </p:handoutMasterIdLst>
  <p:sldIdLst>
    <p:sldId id="285" r:id="rId7"/>
  </p:sldIdLst>
  <p:sldSz cx="12192000" cy="6858000"/>
  <p:notesSz cx="6858000" cy="9144000"/>
  <p:defaultTextStyle>
    <a:defPPr>
      <a:defRPr lang="en-US"/>
    </a:defPPr>
    <a:lvl1pPr marL="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1pPr>
    <a:lvl2pPr marL="457183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2pPr>
    <a:lvl3pPr marL="914367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3pPr>
    <a:lvl4pPr marL="137155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4pPr>
    <a:lvl5pPr marL="182873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5pPr>
    <a:lvl6pPr marL="2285918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1" name="Mary Feil-Jacobs" initials="MFJ" lastIdx="43" clrIdx="1"/>
  <p:cmAuthor id="2" name="Monica Lueder" initials="ML" lastIdx="22" clrIdx="2">
    <p:extLst>
      <p:ext uri="{19B8F6BF-5375-455C-9EA6-DF929625EA0E}">
        <p15:presenceInfo xmlns:p15="http://schemas.microsoft.com/office/powerpoint/2012/main" userId="S-1-5-21-2127521184-1604012920-1887927527-2598260" providerId="AD"/>
      </p:ext>
    </p:extLst>
  </p:cmAuthor>
  <p:cmAuthor id="3" name="Mary Feil-Jacobs" initials="MF" lastIdx="28" clrIdx="3">
    <p:extLst>
      <p:ext uri="{19B8F6BF-5375-455C-9EA6-DF929625EA0E}">
        <p15:presenceInfo xmlns:p15="http://schemas.microsoft.com/office/powerpoint/2012/main" userId="S-1-5-21-2127521184-1604012920-1887927527-65006" providerId="AD"/>
      </p:ext>
    </p:extLst>
  </p:cmAuthor>
  <p:cmAuthor id="4" name="Tracy Tran" initials="TT" lastIdx="9" clrIdx="4">
    <p:extLst>
      <p:ext uri="{19B8F6BF-5375-455C-9EA6-DF929625EA0E}">
        <p15:presenceInfo xmlns:p15="http://schemas.microsoft.com/office/powerpoint/2012/main" userId="S::tracyt@microsoft.com::7b485f56-8fe8-4efc-a1b3-85e720327ac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D8C95"/>
    <a:srgbClr val="007C97"/>
    <a:srgbClr val="00A8D0"/>
    <a:srgbClr val="FFFF99"/>
    <a:srgbClr val="0CBEA9"/>
    <a:srgbClr val="EFE125"/>
    <a:srgbClr val="000000"/>
    <a:srgbClr val="262626"/>
    <a:srgbClr val="131313"/>
    <a:srgbClr val="2424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C4D71A-E7F1-4ECD-BF23-D288866E6459}" v="49" dt="2026-10-28T10:01:34.1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884" autoAdjust="0"/>
    <p:restoredTop sz="97843" autoAdjust="0"/>
  </p:normalViewPr>
  <p:slideViewPr>
    <p:cSldViewPr snapToGrid="0">
      <p:cViewPr varScale="1">
        <p:scale>
          <a:sx n="159" d="100"/>
          <a:sy n="159" d="100"/>
        </p:scale>
        <p:origin x="546" y="138"/>
      </p:cViewPr>
      <p:guideLst/>
    </p:cSldViewPr>
  </p:slideViewPr>
  <p:outlineViewPr>
    <p:cViewPr>
      <p:scale>
        <a:sx n="33" d="100"/>
        <a:sy n="33" d="100"/>
      </p:scale>
      <p:origin x="0" y="-6516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2792"/>
    </p:cViewPr>
  </p:sorterViewPr>
  <p:notesViewPr>
    <p:cSldViewPr snapToGrid="0" showGuides="1">
      <p:cViewPr varScale="1">
        <p:scale>
          <a:sx n="168" d="100"/>
          <a:sy n="168" d="100"/>
        </p:scale>
        <p:origin x="5432" y="21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customXml" Target="../customXml/item5.xml"/><Relationship Id="rId6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commentAuthors" Target="commentAuthors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en, Wen (Vicky)" userId="370386ac-7ced-43cd-aa57-a504dc959918" providerId="ADAL" clId="{A08629F2-BAFE-486D-9E84-BFC0507FDA27}"/>
    <pc:docChg chg="custSel addSld delSld modSld">
      <pc:chgData name="Chen, Wen (Vicky)" userId="370386ac-7ced-43cd-aa57-a504dc959918" providerId="ADAL" clId="{A08629F2-BAFE-486D-9E84-BFC0507FDA27}" dt="2026-10-28T10:03:37.600" v="110" actId="1076"/>
      <pc:docMkLst>
        <pc:docMk/>
      </pc:docMkLst>
      <pc:sldChg chg="del">
        <pc:chgData name="Chen, Wen (Vicky)" userId="370386ac-7ced-43cd-aa57-a504dc959918" providerId="ADAL" clId="{A08629F2-BAFE-486D-9E84-BFC0507FDA27}" dt="2026-10-28T09:54:08.269" v="0" actId="47"/>
        <pc:sldMkLst>
          <pc:docMk/>
          <pc:sldMk cId="2641800033" sldId="260"/>
        </pc:sldMkLst>
      </pc:sldChg>
      <pc:sldChg chg="del">
        <pc:chgData name="Chen, Wen (Vicky)" userId="370386ac-7ced-43cd-aa57-a504dc959918" providerId="ADAL" clId="{A08629F2-BAFE-486D-9E84-BFC0507FDA27}" dt="2026-10-28T09:54:08.269" v="0" actId="47"/>
        <pc:sldMkLst>
          <pc:docMk/>
          <pc:sldMk cId="2894785852" sldId="262"/>
        </pc:sldMkLst>
      </pc:sldChg>
      <pc:sldChg chg="del">
        <pc:chgData name="Chen, Wen (Vicky)" userId="370386ac-7ced-43cd-aa57-a504dc959918" providerId="ADAL" clId="{A08629F2-BAFE-486D-9E84-BFC0507FDA27}" dt="2026-10-28T09:54:08.269" v="0" actId="47"/>
        <pc:sldMkLst>
          <pc:docMk/>
          <pc:sldMk cId="810320210" sldId="263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3096110502" sldId="264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3295795922" sldId="265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3160339626" sldId="266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2509904829" sldId="267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563127261" sldId="268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1914710708" sldId="269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313142657" sldId="270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1607857248" sldId="271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2041338495" sldId="272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1338091283" sldId="273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3468783600" sldId="274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1528543421" sldId="275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3054485583" sldId="276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1625260525" sldId="277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2921606204" sldId="278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3767730382" sldId="279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2912664564" sldId="280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899082442" sldId="281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1936621986" sldId="282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2897248901" sldId="283"/>
        </pc:sldMkLst>
      </pc:sldChg>
      <pc:sldChg chg="del">
        <pc:chgData name="Chen, Wen (Vicky)" userId="370386ac-7ced-43cd-aa57-a504dc959918" providerId="ADAL" clId="{A08629F2-BAFE-486D-9E84-BFC0507FDA27}" dt="2026-10-28T10:01:10.378" v="9" actId="47"/>
        <pc:sldMkLst>
          <pc:docMk/>
          <pc:sldMk cId="2859063927" sldId="284"/>
        </pc:sldMkLst>
      </pc:sldChg>
      <pc:sldChg chg="del">
        <pc:chgData name="Chen, Wen (Vicky)" userId="370386ac-7ced-43cd-aa57-a504dc959918" providerId="ADAL" clId="{A08629F2-BAFE-486D-9E84-BFC0507FDA27}" dt="2026-10-28T09:54:08.269" v="0" actId="47"/>
        <pc:sldMkLst>
          <pc:docMk/>
          <pc:sldMk cId="488671642" sldId="285"/>
        </pc:sldMkLst>
      </pc:sldChg>
      <pc:sldChg chg="addSp delSp modSp new mod modClrScheme chgLayout">
        <pc:chgData name="Chen, Wen (Vicky)" userId="370386ac-7ced-43cd-aa57-a504dc959918" providerId="ADAL" clId="{A08629F2-BAFE-486D-9E84-BFC0507FDA27}" dt="2026-10-28T10:03:37.600" v="110" actId="1076"/>
        <pc:sldMkLst>
          <pc:docMk/>
          <pc:sldMk cId="1777069741" sldId="285"/>
        </pc:sldMkLst>
        <pc:spChg chg="del">
          <ac:chgData name="Chen, Wen (Vicky)" userId="370386ac-7ced-43cd-aa57-a504dc959918" providerId="ADAL" clId="{A08629F2-BAFE-486D-9E84-BFC0507FDA27}" dt="2026-10-28T09:54:29.746" v="3" actId="700"/>
          <ac:spMkLst>
            <pc:docMk/>
            <pc:sldMk cId="1777069741" sldId="285"/>
            <ac:spMk id="2" creationId="{657F82AD-C5B8-4968-DECD-AB43F5DCAECC}"/>
          </ac:spMkLst>
        </pc:spChg>
        <pc:spChg chg="del mod ord">
          <ac:chgData name="Chen, Wen (Vicky)" userId="370386ac-7ced-43cd-aa57-a504dc959918" providerId="ADAL" clId="{A08629F2-BAFE-486D-9E84-BFC0507FDA27}" dt="2026-10-28T09:54:29.746" v="3" actId="700"/>
          <ac:spMkLst>
            <pc:docMk/>
            <pc:sldMk cId="1777069741" sldId="285"/>
            <ac:spMk id="3" creationId="{A1C2D21D-1646-9566-3081-429676337E32}"/>
          </ac:spMkLst>
        </pc:spChg>
        <pc:spChg chg="del">
          <ac:chgData name="Chen, Wen (Vicky)" userId="370386ac-7ced-43cd-aa57-a504dc959918" providerId="ADAL" clId="{A08629F2-BAFE-486D-9E84-BFC0507FDA27}" dt="2026-10-28T09:54:29.746" v="3" actId="700"/>
          <ac:spMkLst>
            <pc:docMk/>
            <pc:sldMk cId="1777069741" sldId="285"/>
            <ac:spMk id="4" creationId="{227DFDB3-5F3F-7736-8267-95B8BADCB680}"/>
          </ac:spMkLst>
        </pc:spChg>
        <pc:spChg chg="add del mod ord">
          <ac:chgData name="Chen, Wen (Vicky)" userId="370386ac-7ced-43cd-aa57-a504dc959918" providerId="ADAL" clId="{A08629F2-BAFE-486D-9E84-BFC0507FDA27}" dt="2026-10-28T09:54:36.182" v="4" actId="700"/>
          <ac:spMkLst>
            <pc:docMk/>
            <pc:sldMk cId="1777069741" sldId="285"/>
            <ac:spMk id="5" creationId="{B63F92C7-CA2C-08EE-88CB-096614340C3F}"/>
          </ac:spMkLst>
        </pc:spChg>
        <pc:spChg chg="add del mod">
          <ac:chgData name="Chen, Wen (Vicky)" userId="370386ac-7ced-43cd-aa57-a504dc959918" providerId="ADAL" clId="{A08629F2-BAFE-486D-9E84-BFC0507FDA27}" dt="2026-10-28T10:01:04.629" v="7" actId="478"/>
          <ac:spMkLst>
            <pc:docMk/>
            <pc:sldMk cId="1777069741" sldId="285"/>
            <ac:spMk id="6" creationId="{DC789B0E-9151-EBB3-9C9A-7D921624BCB2}"/>
          </ac:spMkLst>
        </pc:spChg>
        <pc:spChg chg="mod">
          <ac:chgData name="Chen, Wen (Vicky)" userId="370386ac-7ced-43cd-aa57-a504dc959918" providerId="ADAL" clId="{A08629F2-BAFE-486D-9E84-BFC0507FDA27}" dt="2026-10-28T10:02:52.947" v="35" actId="14100"/>
          <ac:spMkLst>
            <pc:docMk/>
            <pc:sldMk cId="1777069741" sldId="285"/>
            <ac:spMk id="7" creationId="{FE9E712C-8D01-093E-F260-B456F83385A5}"/>
          </ac:spMkLst>
        </pc:spChg>
        <pc:spChg chg="mod">
          <ac:chgData name="Chen, Wen (Vicky)" userId="370386ac-7ced-43cd-aa57-a504dc959918" providerId="ADAL" clId="{A08629F2-BAFE-486D-9E84-BFC0507FDA27}" dt="2026-10-28T10:02:12.729" v="29" actId="948"/>
          <ac:spMkLst>
            <pc:docMk/>
            <pc:sldMk cId="1777069741" sldId="285"/>
            <ac:spMk id="8" creationId="{7C995DB8-75D8-49DC-0386-88FDA751971A}"/>
          </ac:spMkLst>
        </pc:spChg>
        <pc:spChg chg="add mod">
          <ac:chgData name="Chen, Wen (Vicky)" userId="370386ac-7ced-43cd-aa57-a504dc959918" providerId="ADAL" clId="{A08629F2-BAFE-486D-9E84-BFC0507FDA27}" dt="2026-10-28T10:03:37.600" v="110" actId="1076"/>
          <ac:spMkLst>
            <pc:docMk/>
            <pc:sldMk cId="1777069741" sldId="285"/>
            <ac:spMk id="9" creationId="{455E59B8-9F4D-053C-0F8B-5ED9412D6AB0}"/>
          </ac:spMkLst>
        </pc:spChg>
        <pc:spChg chg="add mod">
          <ac:chgData name="Chen, Wen (Vicky)" userId="370386ac-7ced-43cd-aa57-a504dc959918" providerId="ADAL" clId="{A08629F2-BAFE-486D-9E84-BFC0507FDA27}" dt="2026-10-28T10:01:05.009" v="8"/>
          <ac:spMkLst>
            <pc:docMk/>
            <pc:sldMk cId="1777069741" sldId="285"/>
            <ac:spMk id="17" creationId="{0DEFB17D-6681-9646-6AEB-AA8BC90223D4}"/>
          </ac:spMkLst>
        </pc:spChg>
        <pc:spChg chg="add mod">
          <ac:chgData name="Chen, Wen (Vicky)" userId="370386ac-7ced-43cd-aa57-a504dc959918" providerId="ADAL" clId="{A08629F2-BAFE-486D-9E84-BFC0507FDA27}" dt="2026-10-28T10:01:05.009" v="8"/>
          <ac:spMkLst>
            <pc:docMk/>
            <pc:sldMk cId="1777069741" sldId="285"/>
            <ac:spMk id="23" creationId="{485C4FA3-129B-F950-2BCA-DCE18597BC89}"/>
          </ac:spMkLst>
        </pc:spChg>
        <pc:spChg chg="add mod">
          <ac:chgData name="Chen, Wen (Vicky)" userId="370386ac-7ced-43cd-aa57-a504dc959918" providerId="ADAL" clId="{A08629F2-BAFE-486D-9E84-BFC0507FDA27}" dt="2026-10-28T10:01:05.009" v="8"/>
          <ac:spMkLst>
            <pc:docMk/>
            <pc:sldMk cId="1777069741" sldId="285"/>
            <ac:spMk id="25" creationId="{77966AF8-61F6-A290-A297-72FBA829E9F9}"/>
          </ac:spMkLst>
        </pc:spChg>
        <pc:spChg chg="add mod">
          <ac:chgData name="Chen, Wen (Vicky)" userId="370386ac-7ced-43cd-aa57-a504dc959918" providerId="ADAL" clId="{A08629F2-BAFE-486D-9E84-BFC0507FDA27}" dt="2026-10-28T10:01:05.009" v="8"/>
          <ac:spMkLst>
            <pc:docMk/>
            <pc:sldMk cId="1777069741" sldId="285"/>
            <ac:spMk id="30" creationId="{3AD9C1E2-56A2-91FD-2214-C3508F5F5345}"/>
          </ac:spMkLst>
        </pc:spChg>
        <pc:spChg chg="add mod">
          <ac:chgData name="Chen, Wen (Vicky)" userId="370386ac-7ced-43cd-aa57-a504dc959918" providerId="ADAL" clId="{A08629F2-BAFE-486D-9E84-BFC0507FDA27}" dt="2026-10-28T10:01:05.009" v="8"/>
          <ac:spMkLst>
            <pc:docMk/>
            <pc:sldMk cId="1777069741" sldId="285"/>
            <ac:spMk id="34" creationId="{35818903-E8A5-070B-B626-2835FFF26BE2}"/>
          </ac:spMkLst>
        </pc:spChg>
        <pc:spChg chg="add mod">
          <ac:chgData name="Chen, Wen (Vicky)" userId="370386ac-7ced-43cd-aa57-a504dc959918" providerId="ADAL" clId="{A08629F2-BAFE-486D-9E84-BFC0507FDA27}" dt="2026-10-28T10:01:05.009" v="8"/>
          <ac:spMkLst>
            <pc:docMk/>
            <pc:sldMk cId="1777069741" sldId="285"/>
            <ac:spMk id="37" creationId="{6901D43C-2CF0-2C54-2E0B-69ABAC43B76A}"/>
          </ac:spMkLst>
        </pc:spChg>
        <pc:spChg chg="add mod">
          <ac:chgData name="Chen, Wen (Vicky)" userId="370386ac-7ced-43cd-aa57-a504dc959918" providerId="ADAL" clId="{A08629F2-BAFE-486D-9E84-BFC0507FDA27}" dt="2026-10-28T10:02:48.219" v="34" actId="1076"/>
          <ac:spMkLst>
            <pc:docMk/>
            <pc:sldMk cId="1777069741" sldId="285"/>
            <ac:spMk id="41" creationId="{7208B36C-4D3C-053B-772C-E9455269F56C}"/>
          </ac:spMkLst>
        </pc:spChg>
        <pc:spChg chg="add mod">
          <ac:chgData name="Chen, Wen (Vicky)" userId="370386ac-7ced-43cd-aa57-a504dc959918" providerId="ADAL" clId="{A08629F2-BAFE-486D-9E84-BFC0507FDA27}" dt="2026-10-28T10:03:33.858" v="109" actId="14100"/>
          <ac:spMkLst>
            <pc:docMk/>
            <pc:sldMk cId="1777069741" sldId="285"/>
            <ac:spMk id="54" creationId="{58960BED-4C88-4AA4-8F7B-F67A2FC46A15}"/>
          </ac:spMkLst>
        </pc:spChg>
        <pc:spChg chg="add mod">
          <ac:chgData name="Chen, Wen (Vicky)" userId="370386ac-7ced-43cd-aa57-a504dc959918" providerId="ADAL" clId="{A08629F2-BAFE-486D-9E84-BFC0507FDA27}" dt="2026-10-28T10:03:24.112" v="85" actId="20577"/>
          <ac:spMkLst>
            <pc:docMk/>
            <pc:sldMk cId="1777069741" sldId="285"/>
            <ac:spMk id="56" creationId="{6B37ED8F-95C2-063E-D72D-A64EF03CBD94}"/>
          </ac:spMkLst>
        </pc:spChg>
        <pc:cxnChg chg="mod">
          <ac:chgData name="Chen, Wen (Vicky)" userId="370386ac-7ced-43cd-aa57-a504dc959918" providerId="ADAL" clId="{A08629F2-BAFE-486D-9E84-BFC0507FDA27}" dt="2026-10-28T10:02:35.640" v="32" actId="14100"/>
          <ac:cxnSpMkLst>
            <pc:docMk/>
            <pc:sldMk cId="1777069741" sldId="285"/>
            <ac:cxnSpMk id="12" creationId="{C6959FA9-7E35-379E-77F4-1F6BBF5DF8D9}"/>
          </ac:cxnSpMkLst>
        </pc:cxnChg>
        <pc:cxnChg chg="mod">
          <ac:chgData name="Chen, Wen (Vicky)" userId="370386ac-7ced-43cd-aa57-a504dc959918" providerId="ADAL" clId="{A08629F2-BAFE-486D-9E84-BFC0507FDA27}" dt="2026-10-28T10:02:40.776" v="33" actId="14100"/>
          <ac:cxnSpMkLst>
            <pc:docMk/>
            <pc:sldMk cId="1777069741" sldId="285"/>
            <ac:cxnSpMk id="13" creationId="{933CCBA0-FAB3-2B8C-FF7C-6D01676E605B}"/>
          </ac:cxnSpMkLst>
        </pc:cxnChg>
        <pc:cxnChg chg="mod">
          <ac:chgData name="Chen, Wen (Vicky)" userId="370386ac-7ced-43cd-aa57-a504dc959918" providerId="ADAL" clId="{A08629F2-BAFE-486D-9E84-BFC0507FDA27}" dt="2026-10-28T10:02:31.137" v="31" actId="14100"/>
          <ac:cxnSpMkLst>
            <pc:docMk/>
            <pc:sldMk cId="1777069741" sldId="285"/>
            <ac:cxnSpMk id="14" creationId="{F1E00891-515C-956C-17FC-86789D545647}"/>
          </ac:cxnSpMkLst>
        </pc:cxnChg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1702984821" sldId="286"/>
        </pc:sldMkLst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DeepJSCC-Q</c:v>
                </c:pt>
              </c:strCache>
            </c:strRef>
          </c:tx>
          <c:spPr>
            <a:ln w="19050">
              <a:solidFill>
                <a:srgbClr val="2E5E8E"/>
              </a:solidFill>
            </a:ln>
          </c:spPr>
          <c:marker>
            <c:symbol val="circle"/>
            <c:size val="4"/>
            <c:spPr>
              <a:solidFill>
                <a:srgbClr val="FFFFFF"/>
              </a:solidFill>
              <a:ln>
                <a:solidFill>
                  <a:srgbClr val="2E5E8E"/>
                </a:solidFill>
              </a:ln>
            </c:spPr>
          </c:marker>
          <c:xVal>
            <c:numRef>
              <c:f>Sheet1!$A$2:$A$36</c:f>
              <c:numCache>
                <c:formatCode>General</c:formatCode>
                <c:ptCount val="35"/>
                <c:pt idx="0">
                  <c:v>2.94</c:v>
                </c:pt>
                <c:pt idx="1">
                  <c:v>4.94</c:v>
                </c:pt>
                <c:pt idx="2">
                  <c:v>5.9</c:v>
                </c:pt>
                <c:pt idx="3">
                  <c:v>7.03</c:v>
                </c:pt>
                <c:pt idx="4">
                  <c:v>8.43</c:v>
                </c:pt>
                <c:pt idx="5">
                  <c:v>9.3</c:v>
                </c:pt>
                <c:pt idx="6">
                  <c:v>10.49</c:v>
                </c:pt>
                <c:pt idx="7">
                  <c:v>11.48</c:v>
                </c:pt>
                <c:pt idx="8">
                  <c:v>12.48</c:v>
                </c:pt>
                <c:pt idx="9">
                  <c:v>13.02</c:v>
                </c:pt>
                <c:pt idx="10">
                  <c:v>13.74</c:v>
                </c:pt>
                <c:pt idx="11">
                  <c:v>14.18</c:v>
                </c:pt>
                <c:pt idx="12">
                  <c:v>15.76</c:v>
                </c:pt>
                <c:pt idx="13">
                  <c:v>16.33</c:v>
                </c:pt>
                <c:pt idx="14">
                  <c:v>17.03</c:v>
                </c:pt>
                <c:pt idx="15">
                  <c:v>17.36</c:v>
                </c:pt>
                <c:pt idx="16">
                  <c:v>17.38</c:v>
                </c:pt>
                <c:pt idx="17">
                  <c:v>18.45</c:v>
                </c:pt>
                <c:pt idx="18">
                  <c:v>18.91</c:v>
                </c:pt>
                <c:pt idx="19">
                  <c:v>19.54</c:v>
                </c:pt>
                <c:pt idx="20">
                  <c:v>19.68</c:v>
                </c:pt>
                <c:pt idx="21">
                  <c:v>20.79</c:v>
                </c:pt>
                <c:pt idx="22">
                  <c:v>21.31</c:v>
                </c:pt>
                <c:pt idx="23">
                  <c:v>22.48</c:v>
                </c:pt>
                <c:pt idx="24">
                  <c:v>23.1</c:v>
                </c:pt>
                <c:pt idx="25">
                  <c:v>23.24</c:v>
                </c:pt>
                <c:pt idx="26">
                  <c:v>24.49</c:v>
                </c:pt>
                <c:pt idx="27">
                  <c:v>26.5</c:v>
                </c:pt>
                <c:pt idx="28">
                  <c:v>27.69</c:v>
                </c:pt>
                <c:pt idx="29">
                  <c:v>29.56</c:v>
                </c:pt>
                <c:pt idx="30">
                  <c:v>31.97</c:v>
                </c:pt>
                <c:pt idx="31">
                  <c:v>34.43</c:v>
                </c:pt>
                <c:pt idx="32">
                  <c:v>35.2</c:v>
                </c:pt>
                <c:pt idx="33">
                  <c:v>36.14</c:v>
                </c:pt>
                <c:pt idx="34">
                  <c:v>36.49</c:v>
                </c:pt>
              </c:numCache>
            </c:numRef>
          </c:xVal>
          <c:yVal>
            <c:numRef>
              <c:f>Sheet1!$B$2:$B$36</c:f>
              <c:numCache>
                <c:formatCode>General</c:formatCode>
                <c:ptCount val="35"/>
                <c:pt idx="0">
                  <c:v>23.51</c:v>
                </c:pt>
                <c:pt idx="1">
                  <c:v>25.58</c:v>
                </c:pt>
                <c:pt idx="2">
                  <c:v>26.94</c:v>
                </c:pt>
                <c:pt idx="3">
                  <c:v>28.22</c:v>
                </c:pt>
                <c:pt idx="4">
                  <c:v>29.1</c:v>
                </c:pt>
                <c:pt idx="5">
                  <c:v>29.77</c:v>
                </c:pt>
                <c:pt idx="6">
                  <c:v>30.4</c:v>
                </c:pt>
                <c:pt idx="7">
                  <c:v>30.72</c:v>
                </c:pt>
                <c:pt idx="8">
                  <c:v>30.96</c:v>
                </c:pt>
                <c:pt idx="9">
                  <c:v>31.01</c:v>
                </c:pt>
                <c:pt idx="10">
                  <c:v>31.22</c:v>
                </c:pt>
                <c:pt idx="11">
                  <c:v>31.46</c:v>
                </c:pt>
                <c:pt idx="12">
                  <c:v>31.49</c:v>
                </c:pt>
                <c:pt idx="13">
                  <c:v>31.68</c:v>
                </c:pt>
                <c:pt idx="14">
                  <c:v>31.74</c:v>
                </c:pt>
                <c:pt idx="15">
                  <c:v>31.79</c:v>
                </c:pt>
                <c:pt idx="16">
                  <c:v>31.8</c:v>
                </c:pt>
                <c:pt idx="17">
                  <c:v>31.87</c:v>
                </c:pt>
                <c:pt idx="18">
                  <c:v>31.91</c:v>
                </c:pt>
                <c:pt idx="19">
                  <c:v>31.94</c:v>
                </c:pt>
                <c:pt idx="20">
                  <c:v>31.95</c:v>
                </c:pt>
                <c:pt idx="21">
                  <c:v>32.0</c:v>
                </c:pt>
                <c:pt idx="22">
                  <c:v>32.03</c:v>
                </c:pt>
                <c:pt idx="23">
                  <c:v>32.07</c:v>
                </c:pt>
                <c:pt idx="24">
                  <c:v>32.09</c:v>
                </c:pt>
                <c:pt idx="25">
                  <c:v>32.1</c:v>
                </c:pt>
                <c:pt idx="26">
                  <c:v>32.13</c:v>
                </c:pt>
                <c:pt idx="27">
                  <c:v>32.16</c:v>
                </c:pt>
                <c:pt idx="28">
                  <c:v>32.17</c:v>
                </c:pt>
                <c:pt idx="29">
                  <c:v>32.19</c:v>
                </c:pt>
                <c:pt idx="30">
                  <c:v>32.2</c:v>
                </c:pt>
                <c:pt idx="31">
                  <c:v>32.21</c:v>
                </c:pt>
                <c:pt idx="32">
                  <c:v>32.21</c:v>
                </c:pt>
                <c:pt idx="33">
                  <c:v>32.21</c:v>
                </c:pt>
                <c:pt idx="34">
                  <c:v>32.21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Sheet1!$B$38</c:f>
              <c:strCache>
                <c:ptCount val="1"/>
                <c:pt idx="0">
                  <c:v>JPEG + LDPC (SSCC)</c:v>
                </c:pt>
              </c:strCache>
            </c:strRef>
          </c:tx>
          <c:spPr>
            <a:ln w="19050">
              <a:solidFill>
                <a:srgbClr val="C8602A"/>
              </a:solidFill>
            </a:ln>
          </c:spPr>
          <c:marker>
            <c:symbol val="triangle"/>
            <c:size val="4"/>
            <c:spPr>
              <a:solidFill>
                <a:srgbClr val="FFFFFF"/>
              </a:solidFill>
              <a:ln>
                <a:solidFill>
                  <a:srgbClr val="C8602A"/>
                </a:solidFill>
              </a:ln>
            </c:spPr>
          </c:marker>
          <c:xVal>
            <c:numRef>
              <c:f>Sheet1!$A$39:$A$70</c:f>
              <c:numCache>
                <c:formatCode>General</c:formatCode>
                <c:ptCount val="32"/>
                <c:pt idx="0">
                  <c:v>5.15</c:v>
                </c:pt>
                <c:pt idx="1">
                  <c:v>7.91</c:v>
                </c:pt>
                <c:pt idx="2">
                  <c:v>9.21</c:v>
                </c:pt>
                <c:pt idx="3">
                  <c:v>9.62</c:v>
                </c:pt>
                <c:pt idx="4">
                  <c:v>10.52</c:v>
                </c:pt>
                <c:pt idx="5">
                  <c:v>13.67</c:v>
                </c:pt>
                <c:pt idx="6">
                  <c:v>14.51</c:v>
                </c:pt>
                <c:pt idx="7">
                  <c:v>16.17</c:v>
                </c:pt>
                <c:pt idx="8">
                  <c:v>16.55</c:v>
                </c:pt>
                <c:pt idx="9">
                  <c:v>18.84</c:v>
                </c:pt>
                <c:pt idx="10">
                  <c:v>19.02</c:v>
                </c:pt>
                <c:pt idx="11">
                  <c:v>19.15</c:v>
                </c:pt>
                <c:pt idx="12">
                  <c:v>19.4</c:v>
                </c:pt>
                <c:pt idx="13">
                  <c:v>19.56</c:v>
                </c:pt>
                <c:pt idx="14">
                  <c:v>19.96</c:v>
                </c:pt>
                <c:pt idx="15">
                  <c:v>20.31</c:v>
                </c:pt>
                <c:pt idx="16">
                  <c:v>20.94</c:v>
                </c:pt>
                <c:pt idx="17">
                  <c:v>21.77</c:v>
                </c:pt>
                <c:pt idx="18">
                  <c:v>21.85</c:v>
                </c:pt>
                <c:pt idx="19">
                  <c:v>22.67</c:v>
                </c:pt>
                <c:pt idx="20">
                  <c:v>25.13</c:v>
                </c:pt>
                <c:pt idx="21">
                  <c:v>25.71</c:v>
                </c:pt>
                <c:pt idx="22">
                  <c:v>27.49</c:v>
                </c:pt>
                <c:pt idx="23">
                  <c:v>28.02</c:v>
                </c:pt>
                <c:pt idx="24">
                  <c:v>28.64</c:v>
                </c:pt>
                <c:pt idx="25">
                  <c:v>30.27</c:v>
                </c:pt>
                <c:pt idx="26">
                  <c:v>32.4</c:v>
                </c:pt>
                <c:pt idx="27">
                  <c:v>34.48</c:v>
                </c:pt>
                <c:pt idx="28">
                  <c:v>35.22</c:v>
                </c:pt>
                <c:pt idx="29">
                  <c:v>35.76</c:v>
                </c:pt>
                <c:pt idx="30">
                  <c:v>36.11</c:v>
                </c:pt>
                <c:pt idx="31">
                  <c:v>36.85</c:v>
                </c:pt>
              </c:numCache>
            </c:numRef>
          </c:xVal>
          <c:yVal>
            <c:numRef>
              <c:f>Sheet1!$B$39:$B$70</c:f>
              <c:numCache>
                <c:formatCode>General</c:formatCode>
                <c:ptCount val="32"/>
                <c:pt idx="0">
                  <c:v>9.62</c:v>
                </c:pt>
                <c:pt idx="1">
                  <c:v>9.54</c:v>
                </c:pt>
                <c:pt idx="2">
                  <c:v>9.59</c:v>
                </c:pt>
                <c:pt idx="3">
                  <c:v>9.65</c:v>
                </c:pt>
                <c:pt idx="4">
                  <c:v>9.64</c:v>
                </c:pt>
                <c:pt idx="5">
                  <c:v>14.04</c:v>
                </c:pt>
                <c:pt idx="6">
                  <c:v>9.5</c:v>
                </c:pt>
                <c:pt idx="7">
                  <c:v>9.12</c:v>
                </c:pt>
                <c:pt idx="8">
                  <c:v>9.34</c:v>
                </c:pt>
                <c:pt idx="9">
                  <c:v>27.78</c:v>
                </c:pt>
                <c:pt idx="10">
                  <c:v>28.3</c:v>
                </c:pt>
                <c:pt idx="11">
                  <c:v>28.15</c:v>
                </c:pt>
                <c:pt idx="12">
                  <c:v>25.04</c:v>
                </c:pt>
                <c:pt idx="13">
                  <c:v>28.99</c:v>
                </c:pt>
                <c:pt idx="14">
                  <c:v>29.18</c:v>
                </c:pt>
                <c:pt idx="15">
                  <c:v>29.34</c:v>
                </c:pt>
                <c:pt idx="16">
                  <c:v>29.42</c:v>
                </c:pt>
                <c:pt idx="17">
                  <c:v>29.42</c:v>
                </c:pt>
                <c:pt idx="18">
                  <c:v>29.42</c:v>
                </c:pt>
                <c:pt idx="19">
                  <c:v>29.42</c:v>
                </c:pt>
                <c:pt idx="20">
                  <c:v>29.42</c:v>
                </c:pt>
                <c:pt idx="21">
                  <c:v>29.34</c:v>
                </c:pt>
                <c:pt idx="22">
                  <c:v>29.42</c:v>
                </c:pt>
                <c:pt idx="23">
                  <c:v>29.42</c:v>
                </c:pt>
                <c:pt idx="24">
                  <c:v>29.42</c:v>
                </c:pt>
                <c:pt idx="25">
                  <c:v>29.42</c:v>
                </c:pt>
                <c:pt idx="26">
                  <c:v>29.42</c:v>
                </c:pt>
                <c:pt idx="27">
                  <c:v>29.42</c:v>
                </c:pt>
                <c:pt idx="28">
                  <c:v>29.42</c:v>
                </c:pt>
                <c:pt idx="29">
                  <c:v>29.42</c:v>
                </c:pt>
                <c:pt idx="30">
                  <c:v>29.42</c:v>
                </c:pt>
                <c:pt idx="31">
                  <c:v>29.42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39.0"/>
          <c:min val="0.0"/>
        </c:scaling>
        <c:delete val="0"/>
        <c:axPos val="b"/>
        <c:title>
          <c:tx>
            <c:rich>
              <a:bodyPr/>
              <a:lstStyle/>
              <a:p>
                <a:r>
                  <a:rPr sz="800" b="0" lang="zh-CN" altLang="en-US">
                    <a:solidFill>
                      <a:srgbClr val="1F2933"/>
                    </a:solidFill>
                    <a:ea typeface="Noto Sans SC Static"/>
                  </a:rPr>
                  <a:t>空口SNR (dB)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B8C7D6"/>
            </a:solidFill>
          </a:ln>
        </c:spPr>
        <c:txPr>
          <a:bodyPr/>
          <a:lstStyle/>
          <a:p>
            <a:pPr>
              <a:defRPr sz="800">
                <a:solidFill>
                  <a:srgbClr val="52606D"/>
                </a:solidFill>
                <a:ea typeface="Noto Sans SC Static"/>
              </a:defRPr>
            </a:pPr>
          </a:p>
        </c:txPr>
        <c:crossAx val="-2129643912"/>
        <c:crosses val="autoZero"/>
        <c:crossBetween val="midCat"/>
        <c:majorUnit val="6.0"/>
      </c:valAx>
      <c:valAx>
        <c:axId val="-2129643912"/>
        <c:scaling>
          <c:orientation val="minMax"/>
          <c:max val="35.0"/>
          <c:min val="5.0"/>
        </c:scaling>
        <c:delete val="0"/>
        <c:axPos val="l"/>
        <c:majorGridlines>
          <c:spPr>
            <a:ln>
              <a:solidFill>
                <a:srgbClr val="E3E8EE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800" b="0" lang="zh-CN" altLang="en-US">
                    <a:solidFill>
                      <a:srgbClr val="1F2933"/>
                    </a:solidFill>
                    <a:ea typeface="Noto Sans SC Static"/>
                  </a:rPr>
                  <a:t>PSNR (dB)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B8C7D6"/>
            </a:solidFill>
          </a:ln>
        </c:spPr>
        <c:txPr>
          <a:bodyPr/>
          <a:lstStyle/>
          <a:p>
            <a:pPr>
              <a:defRPr sz="800">
                <a:solidFill>
                  <a:srgbClr val="52606D"/>
                </a:solidFill>
                <a:ea typeface="Noto Sans SC Static"/>
              </a:defRPr>
            </a:pPr>
          </a:p>
        </c:txPr>
        <c:crossAx val="-2128940872"/>
        <c:crosses val="autoZero"/>
        <c:crossBetween val="midCat"/>
        <c:majorUnit val="5.0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800">
          <a:latin typeface="Calibri"/>
          <a:ea typeface="Noto Sans SC Static"/>
        </a:defRPr>
      </a:pPr>
      <a:endParaRPr lang="en-US">
        <a:ea typeface="Noto Sans SC Static"/>
      </a:endParaRPr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 Placeholder 7">
            <a:extLst>
              <a:ext uri="{FF2B5EF4-FFF2-40B4-BE49-F238E27FC236}">
                <a16:creationId xmlns:a16="http://schemas.microsoft.com/office/drawing/2014/main" id="{6D9F846D-2CFB-BC42-A87F-3BBAB17363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231887" y="106595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Footer Placeholder 9">
            <a:extLst>
              <a:ext uri="{FF2B5EF4-FFF2-40B4-BE49-F238E27FC236}">
                <a16:creationId xmlns:a16="http://schemas.microsoft.com/office/drawing/2014/main" id="{88408BE6-8E91-914D-8FB2-836E9E3F52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224725" y="8686801"/>
            <a:ext cx="5409296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0" indent="0" algn="l">
              <a:defRPr sz="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914099" eaLnBrk="0" hangingPunct="0"/>
            <a:r>
              <a:rPr lang="en-US">
                <a:ea typeface="Segoe UI" pitchFamily="34" charset="0"/>
              </a:rPr>
              <a:t>© Advanced Micro Devices, Inc. All rights reserved. Confidential – Not for distribution.</a:t>
            </a:r>
            <a:endParaRPr lang="en-US" dirty="0">
              <a:ea typeface="Segoe UI" pitchFamily="34" charset="0"/>
            </a:endParaRP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053A4A9A-59E9-FE4E-8C48-82287B8CFB9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661475" y="118832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76B0810-FC62-EE4E-BF04-55F4B7654175}" type="datetime8">
              <a:rPr lang="en-US" smtClean="0"/>
              <a:pPr/>
              <a:t>10/28/2026 5:54 PM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ECC6F94-A19F-3C4E-B299-330922AF660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839568" y="8685214"/>
            <a:ext cx="793708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231887" y="106595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658813" y="684213"/>
            <a:ext cx="5540375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224725" y="8686801"/>
            <a:ext cx="5409296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0" indent="0" algn="l">
              <a:defRPr sz="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914099" eaLnBrk="0" hangingPunct="0"/>
            <a:r>
              <a:rPr lang="en-US">
                <a:ea typeface="Segoe UI" pitchFamily="34" charset="0"/>
              </a:rPr>
              <a:t>© Advanced Micro Devices, Inc. All rights reserved. Confidential – Not for distribution.</a:t>
            </a:r>
            <a:endParaRPr lang="en-US" dirty="0">
              <a:ea typeface="Segoe UI" pitchFamily="34" charset="0"/>
            </a:endParaRP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661475" y="118832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76B0810-FC62-EE4E-BF04-55F4B7654175}" type="datetime8">
              <a:rPr lang="en-US" smtClean="0"/>
              <a:pPr/>
              <a:t>10/28/2026 5:51 PM</a:t>
            </a:fld>
            <a:endParaRPr lang="en-US" dirty="0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107052"/>
            <a:ext cx="5486400" cy="435114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839568" y="8685214"/>
            <a:ext cx="793708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367" rtl="0" eaLnBrk="1" latinLnBrk="0" hangingPunct="1">
      <a:lnSpc>
        <a:spcPct val="90000"/>
      </a:lnSpc>
      <a:spcAft>
        <a:spcPts val="333"/>
      </a:spcAft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212982" indent="-105829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110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328071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105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482848" indent="-146838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105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615134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105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5918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199" y="3730752"/>
            <a:ext cx="9203375" cy="1285186"/>
          </a:xfrm>
          <a:noFill/>
        </p:spPr>
        <p:txBody>
          <a:bodyPr wrap="square" lIns="0" tIns="0" rIns="0" bIns="0" anchor="b" anchorCtr="0">
            <a:noAutofit/>
          </a:bodyPr>
          <a:lstStyle>
            <a:lvl1pPr>
              <a:defRPr sz="34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3C8DF7-52E5-4ABA-86DD-8FD6C136A4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4201" y="5416299"/>
            <a:ext cx="5510213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70B977-ED39-4A6F-B505-8559A07A7E86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4201" y="585791"/>
            <a:ext cx="1227600" cy="268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952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med">
        <p:fade/>
      </p:transition>
    </mc:Fallback>
  </mc:AlternateContent>
  <p:hf hdr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582D644-6452-D04E-ACC8-AE775B9DB7B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6857994" y="0"/>
            <a:ext cx="5334006" cy="6858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21031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1" y="2487337"/>
            <a:ext cx="5510213" cy="1046440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34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1" y="3962403"/>
            <a:ext cx="5510213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EFFEA8-7820-4325-8EB6-9B49BA536D46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4201" y="585791"/>
            <a:ext cx="1227600" cy="268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014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3839" userDrawn="1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1" y="1432111"/>
            <a:ext cx="11018838" cy="4836927"/>
          </a:xfrm>
        </p:spPr>
        <p:txBody>
          <a:bodyPr/>
          <a:lstStyle>
            <a:lvl1pPr marL="228611" indent="-228611">
              <a:buSzPct val="90000"/>
              <a:buFont typeface="Arial" panose="020B0604020202020204" pitchFamily="34" charset="0"/>
              <a:buChar char="•"/>
              <a:defRPr/>
            </a:lvl1pPr>
            <a:lvl2pPr marL="457223" indent="-228611">
              <a:buSzPct val="90000"/>
              <a:buFont typeface="Arial" panose="020B0604020202020204" pitchFamily="34" charset="0"/>
              <a:buChar char="•"/>
              <a:defRPr/>
            </a:lvl2pPr>
            <a:lvl3pPr marL="657258" indent="-200035">
              <a:buSzPct val="90000"/>
              <a:buFont typeface="Arial" panose="020B0604020202020204" pitchFamily="34" charset="0"/>
              <a:buChar char="•"/>
              <a:defRPr/>
            </a:lvl3pPr>
            <a:lvl4pPr marL="843005" indent="-180984">
              <a:buSzPct val="90000"/>
              <a:buFont typeface="Arial" panose="020B0604020202020204" pitchFamily="34" charset="0"/>
              <a:buChar char="•"/>
              <a:defRPr/>
            </a:lvl4pPr>
            <a:lvl5pPr marL="1023989" indent="-168284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3299196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905" userDrawn="1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1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11" indent="0">
              <a:buNone/>
              <a:defRPr/>
            </a:lvl2pPr>
            <a:lvl3pPr marL="457223" indent="0">
              <a:buNone/>
              <a:defRPr/>
            </a:lvl3pPr>
            <a:lvl4pPr marL="685834" indent="0">
              <a:buNone/>
              <a:defRPr/>
            </a:lvl4pPr>
            <a:lvl5pPr marL="914446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3133736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903" userDrawn="1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1" y="1435100"/>
            <a:ext cx="5211764" cy="4831110"/>
          </a:xfrm>
        </p:spPr>
        <p:txBody>
          <a:bodyPr/>
          <a:lstStyle>
            <a:lvl1pPr marL="228611" indent="-228611">
              <a:buSzPct val="90000"/>
              <a:buFont typeface="Arial" panose="020B0604020202020204" pitchFamily="34" charset="0"/>
              <a:buChar char="•"/>
              <a:defRPr/>
            </a:lvl1pPr>
            <a:lvl2pPr marL="457223" indent="-228611">
              <a:buSzPct val="90000"/>
              <a:buFont typeface="Arial" panose="020B0604020202020204" pitchFamily="34" charset="0"/>
              <a:buChar char="•"/>
              <a:defRPr/>
            </a:lvl2pPr>
            <a:lvl3pPr marL="657258" indent="-200035">
              <a:buSzPct val="90000"/>
              <a:buFont typeface="Arial" panose="020B0604020202020204" pitchFamily="34" charset="0"/>
              <a:buChar char="•"/>
              <a:defRPr/>
            </a:lvl3pPr>
            <a:lvl4pPr marL="843005" indent="-180984">
              <a:buSzPct val="90000"/>
              <a:buFont typeface="Arial" panose="020B0604020202020204" pitchFamily="34" charset="0"/>
              <a:buChar char="•"/>
              <a:defRPr/>
            </a:lvl4pPr>
            <a:lvl5pPr marL="1023989" indent="-168284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9" y="1435100"/>
            <a:ext cx="5219700" cy="4831110"/>
          </a:xfrm>
        </p:spPr>
        <p:txBody>
          <a:bodyPr/>
          <a:lstStyle>
            <a:lvl1pPr marL="228611" indent="-228611">
              <a:buSzPct val="90000"/>
              <a:buFont typeface="Arial" panose="020B0604020202020204" pitchFamily="34" charset="0"/>
              <a:buChar char="•"/>
              <a:defRPr/>
            </a:lvl1pPr>
            <a:lvl2pPr marL="457223" indent="-228611">
              <a:buSzPct val="90000"/>
              <a:buFont typeface="Arial" panose="020B0604020202020204" pitchFamily="34" charset="0"/>
              <a:buChar char="•"/>
              <a:defRPr/>
            </a:lvl2pPr>
            <a:lvl3pPr marL="657258" indent="-200035">
              <a:buSzPct val="90000"/>
              <a:buFont typeface="Arial" panose="020B0604020202020204" pitchFamily="34" charset="0"/>
              <a:buChar char="•"/>
              <a:defRPr/>
            </a:lvl3pPr>
            <a:lvl4pPr marL="843005" indent="-180984">
              <a:buSzPct val="90000"/>
              <a:buFont typeface="Arial" panose="020B0604020202020204" pitchFamily="34" charset="0"/>
              <a:buChar char="•"/>
              <a:defRPr/>
            </a:lvl4pPr>
            <a:lvl5pPr marL="1023989" indent="-168284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24536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3" userDrawn="1">
          <p15:clr>
            <a:srgbClr val="5ACBF0"/>
          </p15:clr>
        </p15:guide>
        <p15:guide id="4" pos="3659" userDrawn="1">
          <p15:clr>
            <a:srgbClr val="5ACBF0"/>
          </p15:clr>
        </p15:guide>
        <p15:guide id="5" pos="4021" userDrawn="1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B9D8600-6232-EB42-9B16-FE5606C92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591793"/>
            <a:ext cx="11018521" cy="430887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2710BA9-0DC0-4BFB-82CF-4F93C55DEFA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6390" y="1434370"/>
            <a:ext cx="5209891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11" indent="0">
              <a:buNone/>
              <a:defRPr/>
            </a:lvl2pPr>
            <a:lvl3pPr marL="457223" indent="0">
              <a:buNone/>
              <a:defRPr/>
            </a:lvl3pPr>
            <a:lvl4pPr marL="685834" indent="0">
              <a:buNone/>
              <a:defRPr/>
            </a:lvl4pPr>
            <a:lvl5pPr marL="914446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185F674C-7305-447F-8F35-DBBE344126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95721" y="1434370"/>
            <a:ext cx="5209891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11" indent="0">
              <a:buNone/>
              <a:defRPr/>
            </a:lvl2pPr>
            <a:lvl3pPr marL="457223" indent="0">
              <a:buNone/>
              <a:defRPr/>
            </a:lvl3pPr>
            <a:lvl4pPr marL="685834" indent="0">
              <a:buNone/>
              <a:defRPr/>
            </a:lvl4pPr>
            <a:lvl5pPr marL="914446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9201898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4" userDrawn="1">
          <p15:clr>
            <a:srgbClr val="5ACBF0"/>
          </p15:clr>
        </p15:guide>
        <p15:guide id="4" pos="3659" userDrawn="1">
          <p15:clr>
            <a:srgbClr val="5ACBF0"/>
          </p15:clr>
        </p15:guide>
        <p15:guide id="5" pos="4021" userDrawn="1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98454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 userDrawn="1">
          <p15:clr>
            <a:srgbClr val="A4A3A4"/>
          </p15:clr>
        </p15:guide>
        <p15:guide id="7" pos="963" userDrawn="1">
          <p15:clr>
            <a:srgbClr val="A4A3A4"/>
          </p15:clr>
        </p15:guide>
        <p15:guide id="8" pos="1373" userDrawn="1">
          <p15:clr>
            <a:srgbClr val="A4A3A4"/>
          </p15:clr>
        </p15:guide>
        <p15:guide id="9" pos="1556" userDrawn="1">
          <p15:clr>
            <a:srgbClr val="A4A3A4"/>
          </p15:clr>
        </p15:guide>
        <p15:guide id="10" pos="1967" userDrawn="1">
          <p15:clr>
            <a:srgbClr val="A4A3A4"/>
          </p15:clr>
        </p15:guide>
        <p15:guide id="11" pos="2150" userDrawn="1">
          <p15:clr>
            <a:srgbClr val="A4A3A4"/>
          </p15:clr>
        </p15:guide>
        <p15:guide id="12" pos="2561" userDrawn="1">
          <p15:clr>
            <a:srgbClr val="A4A3A4"/>
          </p15:clr>
        </p15:guide>
        <p15:guide id="13" pos="2745" userDrawn="1">
          <p15:clr>
            <a:srgbClr val="A4A3A4"/>
          </p15:clr>
        </p15:guide>
        <p15:guide id="14" pos="3156" userDrawn="1">
          <p15:clr>
            <a:srgbClr val="A4A3A4"/>
          </p15:clr>
        </p15:guide>
        <p15:guide id="15" pos="3338" userDrawn="1">
          <p15:clr>
            <a:srgbClr val="A4A3A4"/>
          </p15:clr>
        </p15:guide>
        <p15:guide id="16" pos="3749" userDrawn="1">
          <p15:clr>
            <a:srgbClr val="A4A3A4"/>
          </p15:clr>
        </p15:guide>
        <p15:guide id="17" pos="3932" userDrawn="1">
          <p15:clr>
            <a:srgbClr val="A4A3A4"/>
          </p15:clr>
        </p15:guide>
        <p15:guide id="18" pos="4343" userDrawn="1">
          <p15:clr>
            <a:srgbClr val="A4A3A4"/>
          </p15:clr>
        </p15:guide>
        <p15:guide id="19" pos="4525" userDrawn="1">
          <p15:clr>
            <a:srgbClr val="A4A3A4"/>
          </p15:clr>
        </p15:guide>
        <p15:guide id="20" pos="4938" userDrawn="1">
          <p15:clr>
            <a:srgbClr val="A4A3A4"/>
          </p15:clr>
        </p15:guide>
        <p15:guide id="21" pos="5120" userDrawn="1">
          <p15:clr>
            <a:srgbClr val="A4A3A4"/>
          </p15:clr>
        </p15:guide>
        <p15:guide id="22" pos="5530" userDrawn="1">
          <p15:clr>
            <a:srgbClr val="A4A3A4"/>
          </p15:clr>
        </p15:guide>
        <p15:guide id="23" pos="5715" userDrawn="1">
          <p15:clr>
            <a:srgbClr val="A4A3A4"/>
          </p15:clr>
        </p15:guide>
        <p15:guide id="24" pos="6123" userDrawn="1">
          <p15:clr>
            <a:srgbClr val="A4A3A4"/>
          </p15:clr>
        </p15:guide>
        <p15:guide id="25" pos="6308" userDrawn="1">
          <p15:clr>
            <a:srgbClr val="A4A3A4"/>
          </p15:clr>
        </p15:guide>
        <p15:guide id="26" pos="6717" userDrawn="1">
          <p15:clr>
            <a:srgbClr val="A4A3A4"/>
          </p15:clr>
        </p15:guide>
        <p15:guide id="27" pos="6900" userDrawn="1">
          <p15:clr>
            <a:srgbClr val="A4A3A4"/>
          </p15:clr>
        </p15:guide>
        <p15:guide id="28" orient="horz" pos="905" userDrawn="1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91C41AE-0083-2A44-9A00-206CEB625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3182780"/>
            <a:ext cx="11018521" cy="492443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4385852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 userDrawn="1">
          <p15:clr>
            <a:srgbClr val="A4A3A4"/>
          </p15:clr>
        </p15:guide>
        <p15:guide id="7" pos="963" userDrawn="1">
          <p15:clr>
            <a:srgbClr val="A4A3A4"/>
          </p15:clr>
        </p15:guide>
        <p15:guide id="8" pos="1373" userDrawn="1">
          <p15:clr>
            <a:srgbClr val="A4A3A4"/>
          </p15:clr>
        </p15:guide>
        <p15:guide id="9" pos="1556" userDrawn="1">
          <p15:clr>
            <a:srgbClr val="A4A3A4"/>
          </p15:clr>
        </p15:guide>
        <p15:guide id="10" pos="1967" userDrawn="1">
          <p15:clr>
            <a:srgbClr val="A4A3A4"/>
          </p15:clr>
        </p15:guide>
        <p15:guide id="11" pos="2150" userDrawn="1">
          <p15:clr>
            <a:srgbClr val="A4A3A4"/>
          </p15:clr>
        </p15:guide>
        <p15:guide id="12" pos="2569" userDrawn="1">
          <p15:clr>
            <a:srgbClr val="A4A3A4"/>
          </p15:clr>
        </p15:guide>
        <p15:guide id="13" pos="2745" userDrawn="1">
          <p15:clr>
            <a:srgbClr val="A4A3A4"/>
          </p15:clr>
        </p15:guide>
        <p15:guide id="14" pos="3156" userDrawn="1">
          <p15:clr>
            <a:srgbClr val="A4A3A4"/>
          </p15:clr>
        </p15:guide>
        <p15:guide id="15" pos="3338" userDrawn="1">
          <p15:clr>
            <a:srgbClr val="A4A3A4"/>
          </p15:clr>
        </p15:guide>
        <p15:guide id="16" pos="3749" userDrawn="1">
          <p15:clr>
            <a:srgbClr val="A4A3A4"/>
          </p15:clr>
        </p15:guide>
        <p15:guide id="17" pos="3932" userDrawn="1">
          <p15:clr>
            <a:srgbClr val="A4A3A4"/>
          </p15:clr>
        </p15:guide>
        <p15:guide id="18" pos="4343" userDrawn="1">
          <p15:clr>
            <a:srgbClr val="A4A3A4"/>
          </p15:clr>
        </p15:guide>
        <p15:guide id="19" pos="4525" userDrawn="1">
          <p15:clr>
            <a:srgbClr val="A4A3A4"/>
          </p15:clr>
        </p15:guide>
        <p15:guide id="20" pos="4938" userDrawn="1">
          <p15:clr>
            <a:srgbClr val="A4A3A4"/>
          </p15:clr>
        </p15:guide>
        <p15:guide id="21" pos="5120" userDrawn="1">
          <p15:clr>
            <a:srgbClr val="A4A3A4"/>
          </p15:clr>
        </p15:guide>
        <p15:guide id="22" pos="5530" userDrawn="1">
          <p15:clr>
            <a:srgbClr val="A4A3A4"/>
          </p15:clr>
        </p15:guide>
        <p15:guide id="23" pos="5715" userDrawn="1">
          <p15:clr>
            <a:srgbClr val="A4A3A4"/>
          </p15:clr>
        </p15:guide>
        <p15:guide id="24" pos="6123" userDrawn="1">
          <p15:clr>
            <a:srgbClr val="A4A3A4"/>
          </p15:clr>
        </p15:guide>
        <p15:guide id="25" pos="6308" userDrawn="1">
          <p15:clr>
            <a:srgbClr val="A4A3A4"/>
          </p15:clr>
        </p15:guide>
        <p15:guide id="26" pos="6717" userDrawn="1">
          <p15:clr>
            <a:srgbClr val="A4A3A4"/>
          </p15:clr>
        </p15:guide>
        <p15:guide id="27" pos="6900" userDrawn="1">
          <p15:clr>
            <a:srgbClr val="A4A3A4"/>
          </p15:clr>
        </p15:guide>
        <p15:guide id="28" orient="horz" pos="1992" userDrawn="1">
          <p15:clr>
            <a:srgbClr val="5ACBF0"/>
          </p15:clr>
        </p15:guide>
        <p15:guide id="29" orient="horz" pos="2328" userDrawn="1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D20C4-3302-EB45-B6C3-8D7D3B54A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060B0B7-8257-AF44-8E50-C5EF88BB382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588264" y="150800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CAA7D2A-D3F3-C443-BEAB-AE463EB6977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1599748" y="150800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606696E-F9FD-7A41-B239-56C925CA5E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2611232" y="150800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67BFD11-A5C7-534B-95DE-708BA59C346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3622716" y="150800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4A2493A-DA9A-774E-B698-381E87F302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4634200" y="150800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9F155F2-1A5E-D049-B799-7F265508271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5645684" y="150800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9D300ED-46DE-8D44-B42F-D72A4BD1D05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657168" y="150800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59F3EBB-786F-7A42-B92F-72211CA921F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7668652" y="150800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BA676D0-34EC-3646-AC3D-071EB3DD9D6C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8680136" y="150800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ADFD9C1-E635-1B46-BC21-4D5D3069E75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9691620" y="150800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CF35C45-D347-D645-8CD2-6E3D2088C4C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10703108" y="150800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9475B80-6F15-0744-AB11-132AC7CF9AF6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588264" y="246191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65AC22-FEB4-6245-8825-006D3BD5EEC0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1599748" y="246191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CA5DEB6-0C05-E64B-93D0-2DC0A025A090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2611232" y="246191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846680-CCD1-9948-9632-5B8197B7DFF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 bwMode="gray">
          <a:xfrm>
            <a:off x="3622716" y="246191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079D992-3FCF-A34A-88A0-8A2A68C972E0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 bwMode="gray">
          <a:xfrm>
            <a:off x="4634200" y="246191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996246-3D80-2E4F-B8C7-B5C201E6038B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 bwMode="gray">
          <a:xfrm>
            <a:off x="5645684" y="246191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B08E9CE-2FBC-A34F-A25C-316E2F2AFB58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 bwMode="gray">
          <a:xfrm>
            <a:off x="6657168" y="246191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DB30B13-3B8F-8940-A799-8867F379BBFF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 bwMode="gray">
          <a:xfrm>
            <a:off x="7668652" y="246191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C27ED1D-2D58-0F4E-AF78-B5F5237C75C8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 bwMode="gray">
          <a:xfrm>
            <a:off x="8680136" y="246191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4EBE182-B741-BC49-B664-B0A622BFEA1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 bwMode="gray">
          <a:xfrm>
            <a:off x="9691620" y="246191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16A9CF0-7A7F-AE48-971A-01E1283DC04D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 bwMode="gray">
          <a:xfrm>
            <a:off x="10703108" y="246191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4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E48212A-DC2D-8A4E-948F-CED552226B35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588264" y="341582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4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7EC4B1-AFA8-B84C-9D6B-CFC26A347773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1599748" y="341582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4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D41B8F6-CB16-8A47-93D6-22C9BD6E792E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 bwMode="gray">
          <a:xfrm>
            <a:off x="2611232" y="341582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F647A9E-3E39-5245-986A-31E2F83C941F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 bwMode="gray">
          <a:xfrm>
            <a:off x="3622716" y="341582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943DD5E-95E4-004B-A652-3964101490F7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 bwMode="gray">
          <a:xfrm>
            <a:off x="4634200" y="341582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324A395-E051-B041-98A7-F038983D90B3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 bwMode="gray">
          <a:xfrm>
            <a:off x="5645684" y="341582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D8EB23B-20D2-E04A-8B4F-F25763669F4C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 bwMode="gray">
          <a:xfrm>
            <a:off x="6657168" y="341582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176A914-34CF-6A48-A1B5-7978B2CF9C7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 bwMode="gray">
          <a:xfrm>
            <a:off x="7668652" y="341582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C220427-E17B-B24E-AB8E-2626C72238E1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 bwMode="gray">
          <a:xfrm>
            <a:off x="8680136" y="341582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56B660E-74F0-6749-933B-EBBB3DC15E3C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 bwMode="gray">
          <a:xfrm>
            <a:off x="9691620" y="341582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00E9B2C-54F5-7247-8B0A-8ECF84CB3EC6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 bwMode="gray">
          <a:xfrm>
            <a:off x="10703108" y="341582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1E232AB-8B15-254B-A855-7F8837E250DF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 bwMode="gray">
          <a:xfrm>
            <a:off x="588264" y="436973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A9C15B7-B0C8-6F44-8D00-8A2A4EEBF91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 bwMode="gray">
          <a:xfrm>
            <a:off x="1599748" y="436973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55E00E5-0C32-114B-9C71-A210C35FD8A5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 bwMode="gray">
          <a:xfrm>
            <a:off x="2611232" y="436973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3BCE8B7-2363-754D-8DCC-BBD1A812A666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 bwMode="gray">
          <a:xfrm>
            <a:off x="3622716" y="436973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DD5E7E1-6C4A-D24E-B423-731BCB2FED82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 bwMode="gray">
          <a:xfrm>
            <a:off x="4634200" y="436973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994E403-A4F2-D143-8694-FFDDED83B568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 bwMode="gray">
          <a:xfrm>
            <a:off x="5645684" y="436973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DD66CA9-613E-E649-873E-15770AF37966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 bwMode="gray">
          <a:xfrm>
            <a:off x="6657168" y="436973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1F31EBB-82CA-0B47-90B9-623F7BEA7BCC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 bwMode="gray">
          <a:xfrm>
            <a:off x="7668652" y="436973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3354D4A-7AE4-3249-979C-EF717F4169E2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 bwMode="gray">
          <a:xfrm>
            <a:off x="8680136" y="436973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798148F-325B-8847-998F-D6695555F7A4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 bwMode="gray">
          <a:xfrm>
            <a:off x="9691620" y="436973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FC062AA-6E9F-F148-A650-D892DEAD4D5B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 bwMode="gray">
          <a:xfrm>
            <a:off x="10703108" y="436973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736B318-56FF-BD45-BE51-B4F02187BAB1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 bwMode="gray">
          <a:xfrm>
            <a:off x="588264" y="532364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874F5D0-313C-9C4E-A76E-837FA8B341EF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 bwMode="gray">
          <a:xfrm>
            <a:off x="1599748" y="532364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B1B6CBD-7E6A-E64A-8901-48FC6B628F8A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 bwMode="gray">
          <a:xfrm>
            <a:off x="2611232" y="532364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1345C8D-49CF-D74B-BBBF-1ABB0F2BC7E0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 bwMode="gray">
          <a:xfrm>
            <a:off x="3622716" y="532364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9431BFC-6034-2D48-B40D-D214B5BA49EA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 bwMode="gray">
          <a:xfrm>
            <a:off x="4634200" y="532364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E881A0D-AB0E-1544-945D-AFD48D4CD2F5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 bwMode="gray">
          <a:xfrm>
            <a:off x="5645684" y="532364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64F7E33-6DCA-DF42-BB2E-C8EC136C0AAA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 bwMode="gray">
          <a:xfrm>
            <a:off x="6657168" y="532364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AC86F5EF-AD62-294A-AE53-AD62F4600B0F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 bwMode="gray">
          <a:xfrm>
            <a:off x="7668652" y="532364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DDEFD37-0863-F949-AA96-5F73CC3B271A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 bwMode="gray">
          <a:xfrm>
            <a:off x="8680136" y="532364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7F81ABC-5057-6D45-AD46-29A54A126114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 bwMode="gray">
          <a:xfrm>
            <a:off x="9691620" y="532364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866A0A0-C971-6B47-A279-161DD8E70EEB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 bwMode="gray">
          <a:xfrm>
            <a:off x="10703108" y="532364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</p:spTree>
    <p:extLst>
      <p:ext uri="{BB962C8B-B14F-4D97-AF65-F5344CB8AC3E}">
        <p14:creationId xmlns:p14="http://schemas.microsoft.com/office/powerpoint/2010/main" val="2606528856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Squar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C6E92E5-E859-445F-856B-33F974FA3AC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5334001" y="0"/>
            <a:ext cx="6858000" cy="6858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21031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2262425"/>
            <a:ext cx="4158362" cy="861774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2" y="3535544"/>
            <a:ext cx="4162426" cy="2733497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+mn-lt"/>
              </a:defRPr>
            </a:lvl1pPr>
            <a:lvl2pPr marL="228611" indent="0">
              <a:buNone/>
              <a:defRPr/>
            </a:lvl2pPr>
            <a:lvl3pPr marL="457223" indent="0">
              <a:buNone/>
              <a:defRPr/>
            </a:lvl3pPr>
            <a:lvl4pPr marL="662021" indent="0">
              <a:buNone/>
              <a:defRPr/>
            </a:lvl4pPr>
            <a:lvl5pPr marL="855706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088565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 userDrawn="1">
          <p15:clr>
            <a:srgbClr val="FBAE40"/>
          </p15:clr>
        </p15:guide>
        <p15:guide id="8" orient="horz" pos="2226" userDrawn="1">
          <p15:clr>
            <a:srgbClr val="5ACBF0"/>
          </p15:clr>
        </p15:guide>
        <p15:guide id="10" pos="3729" userDrawn="1">
          <p15:clr>
            <a:srgbClr val="C35EA4"/>
          </p15:clr>
        </p15:guide>
        <p15:guide id="11" pos="2993" userDrawn="1">
          <p15:clr>
            <a:srgbClr val="5ACBF0"/>
          </p15:clr>
        </p15:guide>
        <p15:guide id="12" pos="3543" userDrawn="1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/Feature - Squar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2091FAC0-2210-AA45-95A9-B6A721525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3" y="1028700"/>
            <a:ext cx="6259511" cy="91440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E0B0D8E2-424A-CE45-AD48-F95CCAF1135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638803" y="2299447"/>
            <a:ext cx="6259511" cy="34911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C6E92E5-E859-445F-856B-33F974FA3AC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293690" y="1043679"/>
            <a:ext cx="5040311" cy="474008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272391434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 userDrawn="1">
          <p15:clr>
            <a:srgbClr val="FBAE40"/>
          </p15:clr>
        </p15:guide>
        <p15:guide id="6" orient="horz" pos="648" userDrawn="1">
          <p15:clr>
            <a:srgbClr val="5ACBF0"/>
          </p15:clr>
        </p15:guide>
        <p15:guide id="8" orient="horz" pos="3648" userDrawn="1">
          <p15:clr>
            <a:srgbClr val="5ACBF0"/>
          </p15:clr>
        </p15:guide>
        <p15:guide id="10" pos="3721" userDrawn="1">
          <p15:clr>
            <a:srgbClr val="C35EA4"/>
          </p15:clr>
        </p15:guide>
        <p15:guide id="11" pos="2993" userDrawn="1">
          <p15:clr>
            <a:srgbClr val="5ACBF0"/>
          </p15:clr>
        </p15:guide>
        <p15:guide id="12" pos="3552" userDrawn="1">
          <p15:clr>
            <a:srgbClr val="A4A3A4"/>
          </p15:clr>
        </p15:guide>
        <p15:guide id="14" orient="horz" pos="1440" userDrawn="1">
          <p15:clr>
            <a:srgbClr val="5ACBF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5497686"/>
            <a:ext cx="11018521" cy="430887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0"/>
            <a:ext cx="12192000" cy="4572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0" rtlCol="0" anchor="t" anchorCtr="0">
            <a:noAutofit/>
          </a:bodyPr>
          <a:lstStyle>
            <a:lvl1pPr marL="0" indent="0" algn="ctr">
              <a:buNone/>
              <a:defRPr lang="en-US" sz="1200" b="1" dirty="0">
                <a:solidFill>
                  <a:srgbClr val="FFFFFF"/>
                </a:solidFill>
              </a:defRPr>
            </a:lvl1pPr>
          </a:lstStyle>
          <a:p>
            <a:pPr marL="228611" lvl="0" indent="-228611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337004939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 userDrawn="1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927845"/>
            <a:ext cx="11018521" cy="430887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-2381" y="2286000"/>
            <a:ext cx="12192000" cy="4572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0" rtlCol="0" anchor="t" anchorCtr="0">
            <a:noAutofit/>
          </a:bodyPr>
          <a:lstStyle>
            <a:lvl1pPr marL="0" indent="0" algn="ctr">
              <a:buNone/>
              <a:defRPr lang="en-US" sz="1200" b="1" dirty="0">
                <a:solidFill>
                  <a:srgbClr val="FFFFFF"/>
                </a:solidFill>
              </a:defRPr>
            </a:lvl1pPr>
          </a:lstStyle>
          <a:p>
            <a:pPr marL="228611" lvl="0" indent="-228611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33295567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 userDrawn="1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5486403"/>
            <a:ext cx="5367529" cy="782639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22077"/>
            <a:ext cx="5367529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1188720" rtlCol="0" anchor="t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FFFFFF"/>
                </a:solidFill>
              </a:defRPr>
            </a:lvl1pPr>
          </a:lstStyle>
          <a:p>
            <a:pPr marL="228611" lvl="0" indent="-228611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486403"/>
            <a:ext cx="5367529" cy="782639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239256" y="1822077"/>
            <a:ext cx="5367529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1188720" rtlCol="0" anchor="t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FFFFFF"/>
                </a:solidFill>
              </a:defRPr>
            </a:lvl1pPr>
          </a:lstStyle>
          <a:p>
            <a:pPr marL="228611" lvl="0" indent="-228611" algn="ctr"/>
            <a:r>
              <a:rPr lang="en-US" dirty="0"/>
              <a:t>Drag and drop your photo here</a:t>
            </a:r>
            <a:br>
              <a:rPr lang="en-US" dirty="0"/>
            </a:br>
            <a:r>
              <a:rPr lang="en-US" dirty="0"/>
              <a:t>or click or tap icon below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E6852B-EA48-4DA0-85C5-B2B1A9079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397602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456" userDrawn="1">
          <p15:clr>
            <a:srgbClr val="5ACBF0"/>
          </p15:clr>
        </p15:guide>
        <p15:guide id="6" pos="3749" userDrawn="1">
          <p15:clr>
            <a:srgbClr val="5ACBF0"/>
          </p15:clr>
        </p15:guide>
        <p15:guide id="7" pos="3931" userDrawn="1">
          <p15:clr>
            <a:srgbClr val="5ACBF0"/>
          </p15:clr>
        </p15:guide>
        <p15:guide id="8" orient="horz" pos="1139" userDrawn="1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4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358640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8132063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682FBC-A5FE-4949-90A0-2C7AE294D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1312278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456" userDrawn="1">
          <p15:clr>
            <a:srgbClr val="5ACBF0"/>
          </p15:clr>
        </p15:guide>
        <p15:guide id="6" pos="2557" userDrawn="1">
          <p15:clr>
            <a:srgbClr val="5ACBF0"/>
          </p15:clr>
        </p15:guide>
        <p15:guide id="7" pos="2745" userDrawn="1">
          <p15:clr>
            <a:srgbClr val="5ACBF0"/>
          </p15:clr>
        </p15:guide>
        <p15:guide id="8" pos="4937" userDrawn="1">
          <p15:clr>
            <a:srgbClr val="5ACBF0"/>
          </p15:clr>
        </p15:guide>
        <p15:guide id="9" pos="5124" userDrawn="1">
          <p15:clr>
            <a:srgbClr val="5ACBF0"/>
          </p15:clr>
        </p15:guide>
        <p15:guide id="10" orient="horz" pos="1139" userDrawn="1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0F91C1-B794-4B3E-A261-364FE47713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4202" y="2024067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 dirty="0"/>
              <a:t>Click to edit heading 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047671E-2E0A-4489-899C-1D6A3B3522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1" y="2611569"/>
            <a:ext cx="479620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D194322E-67FD-4731-91FC-9B5B2B3A5FE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1" y="2945298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2968B98-448E-47A5-B9E2-F68A957DA8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56102" y="2024067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 dirty="0"/>
              <a:t>Click to edit heading </a:t>
            </a:r>
            <a:endParaRPr lang="en-GB" dirty="0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A09AF88B-94B0-4951-950E-0E65325729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56101" y="2611569"/>
            <a:ext cx="479620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20" name="Content Placeholder 16">
            <a:extLst>
              <a:ext uri="{FF2B5EF4-FFF2-40B4-BE49-F238E27FC236}">
                <a16:creationId xmlns:a16="http://schemas.microsoft.com/office/drawing/2014/main" id="{1DFDCCC0-C216-43D7-9899-005148CAC5B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56102" y="2945298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41B3CC-F651-426F-BDBF-9505DCD7F9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28002" y="2029782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 dirty="0"/>
              <a:t>Click to edit heading </a:t>
            </a:r>
            <a:endParaRPr lang="en-GB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0B321F9A-F25D-4EEF-BA80-BFBD772AAC7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28002" y="2617284"/>
            <a:ext cx="479620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23" name="Content Placeholder 16">
            <a:extLst>
              <a:ext uri="{FF2B5EF4-FFF2-40B4-BE49-F238E27FC236}">
                <a16:creationId xmlns:a16="http://schemas.microsoft.com/office/drawing/2014/main" id="{7324DA3D-8837-4E90-8B42-BC383F017C2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28000" y="2951013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C2C5B4-0CEA-48E6-9BA2-F8B9CA5BE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684864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612" userDrawn="1">
          <p15:clr>
            <a:srgbClr val="5ACBF0"/>
          </p15:clr>
        </p15:guide>
        <p15:guide id="6" pos="2557" userDrawn="1">
          <p15:clr>
            <a:srgbClr val="5ACBF0"/>
          </p15:clr>
        </p15:guide>
        <p15:guide id="7" pos="2745" userDrawn="1">
          <p15:clr>
            <a:srgbClr val="5ACBF0"/>
          </p15:clr>
        </p15:guide>
        <p15:guide id="8" pos="4937" userDrawn="1">
          <p15:clr>
            <a:srgbClr val="5ACBF0"/>
          </p15:clr>
        </p15:guide>
        <p15:guide id="9" pos="5124" userDrawn="1">
          <p15:clr>
            <a:srgbClr val="5ACBF0"/>
          </p15:clr>
        </p15:guide>
        <p15:guide id="10" orient="horz" pos="1842" userDrawn="1">
          <p15:clr>
            <a:srgbClr val="5ACBF0"/>
          </p15:clr>
        </p15:guide>
        <p15:guide id="11" orient="horz" pos="1275" userDrawn="1">
          <p15:clr>
            <a:srgbClr val="5ACBF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rodu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CA3A818-AA31-4BF6-A4C4-C805CCA29124}"/>
              </a:ext>
            </a:extLst>
          </p:cNvPr>
          <p:cNvSpPr/>
          <p:nvPr userDrawn="1"/>
        </p:nvSpPr>
        <p:spPr>
          <a:xfrm>
            <a:off x="588388" y="1361256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7B003B0A-786C-4C57-B303-7A366B39C7D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5218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0" indent="0" algn="ctr">
              <a:buNone/>
              <a:defRPr sz="1800" b="1">
                <a:solidFill>
                  <a:schemeClr val="bg1"/>
                </a:solidFill>
              </a:defRPr>
            </a:lvl2pPr>
            <a:lvl3pPr marL="0" indent="0" algn="ctr">
              <a:buNone/>
              <a:defRPr sz="1800" b="1">
                <a:solidFill>
                  <a:schemeClr val="bg1"/>
                </a:solidFill>
              </a:defRPr>
            </a:lvl3pPr>
            <a:lvl4pPr marL="0" indent="0" algn="ctr">
              <a:buNone/>
              <a:defRPr sz="1800" b="1">
                <a:solidFill>
                  <a:schemeClr val="bg1"/>
                </a:solidFill>
              </a:defRPr>
            </a:lvl4pPr>
            <a:lvl5pPr marL="0" indent="0" algn="ctr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heading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83C52E2-057A-4B53-8F31-B05DF77524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6556" y="3898077"/>
            <a:ext cx="3017520" cy="1598666"/>
          </a:xfrm>
        </p:spPr>
        <p:txBody>
          <a:bodyPr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5D58E01-097F-41EB-809A-E7059986FF1B}"/>
              </a:ext>
            </a:extLst>
          </p:cNvPr>
          <p:cNvSpPr/>
          <p:nvPr userDrawn="1"/>
        </p:nvSpPr>
        <p:spPr bwMode="auto">
          <a:xfrm>
            <a:off x="588388" y="2001337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51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16556" y="2166689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EEE3E95-B158-4C86-84DF-A9A13E023DB6}"/>
              </a:ext>
            </a:extLst>
          </p:cNvPr>
          <p:cNvSpPr/>
          <p:nvPr userDrawn="1"/>
        </p:nvSpPr>
        <p:spPr>
          <a:xfrm>
            <a:off x="4359073" y="1361256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21E2461-F046-4629-B68B-D8EE0ED76B5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87240" y="3898077"/>
            <a:ext cx="3017520" cy="1598666"/>
          </a:xfrm>
        </p:spPr>
        <p:txBody>
          <a:bodyPr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F76B0EA-9AD2-41EB-ADA3-35F181847420}"/>
              </a:ext>
            </a:extLst>
          </p:cNvPr>
          <p:cNvSpPr/>
          <p:nvPr userDrawn="1"/>
        </p:nvSpPr>
        <p:spPr bwMode="auto">
          <a:xfrm>
            <a:off x="4359073" y="2001337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51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6D6B7E8-8355-48AE-AA16-7F356A160BC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4587240" y="2166689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D0F26A8-11EC-43E1-8523-7B0228D9735B}"/>
              </a:ext>
            </a:extLst>
          </p:cNvPr>
          <p:cNvSpPr/>
          <p:nvPr userDrawn="1"/>
        </p:nvSpPr>
        <p:spPr>
          <a:xfrm>
            <a:off x="8129757" y="1355289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B08E5BD0-8E67-461B-B922-64413A6BE11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57924" y="3892110"/>
            <a:ext cx="3017520" cy="1598666"/>
          </a:xfrm>
        </p:spPr>
        <p:txBody>
          <a:bodyPr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A17C328-65EC-49F9-96BC-655F5BDAE853}"/>
              </a:ext>
            </a:extLst>
          </p:cNvPr>
          <p:cNvSpPr/>
          <p:nvPr userDrawn="1"/>
        </p:nvSpPr>
        <p:spPr bwMode="auto">
          <a:xfrm>
            <a:off x="8129757" y="1995370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51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E0EE21D-2571-4587-82C6-AF23D68068E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8357924" y="2160722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A714D4-57F9-4476-BAC0-86F4ED06D1E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8382" y="5812349"/>
            <a:ext cx="11015231" cy="48786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800"/>
            </a:lvl1pPr>
            <a:lvl2pPr marL="0" indent="0" algn="ctr">
              <a:buNone/>
              <a:defRPr sz="2800"/>
            </a:lvl2pPr>
            <a:lvl3pPr marL="0" indent="0" algn="ctr">
              <a:buNone/>
              <a:defRPr sz="2800"/>
            </a:lvl3pPr>
            <a:lvl4pPr marL="0" indent="0" algn="ctr">
              <a:buNone/>
              <a:defRPr sz="2800"/>
            </a:lvl4pPr>
            <a:lvl5pPr marL="0" indent="0" algn="ctr">
              <a:buNone/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82B82D46-6BE4-4842-99AA-5D585A8411A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55902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0" indent="0" algn="ctr">
              <a:buNone/>
              <a:defRPr sz="1800" b="1">
                <a:solidFill>
                  <a:schemeClr val="bg1"/>
                </a:solidFill>
              </a:defRPr>
            </a:lvl2pPr>
            <a:lvl3pPr marL="0" indent="0" algn="ctr">
              <a:buNone/>
              <a:defRPr sz="1800" b="1">
                <a:solidFill>
                  <a:schemeClr val="bg1"/>
                </a:solidFill>
              </a:defRPr>
            </a:lvl3pPr>
            <a:lvl4pPr marL="0" indent="0" algn="ctr">
              <a:buNone/>
              <a:defRPr sz="1800" b="1">
                <a:solidFill>
                  <a:schemeClr val="bg1"/>
                </a:solidFill>
              </a:defRPr>
            </a:lvl4pPr>
            <a:lvl5pPr marL="0" indent="0" algn="ctr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heading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2921C6F5-BAE0-41B0-A919-ABDAF35DADB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32926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0" indent="0" algn="ctr">
              <a:buNone/>
              <a:defRPr sz="1800" b="1">
                <a:solidFill>
                  <a:schemeClr val="bg1"/>
                </a:solidFill>
              </a:defRPr>
            </a:lvl2pPr>
            <a:lvl3pPr marL="0" indent="0" algn="ctr">
              <a:buNone/>
              <a:defRPr sz="1800" b="1">
                <a:solidFill>
                  <a:schemeClr val="bg1"/>
                </a:solidFill>
              </a:defRPr>
            </a:lvl3pPr>
            <a:lvl4pPr marL="0" indent="0" algn="ctr">
              <a:buNone/>
              <a:defRPr sz="1800" b="1">
                <a:solidFill>
                  <a:schemeClr val="bg1"/>
                </a:solidFill>
              </a:defRPr>
            </a:lvl4pPr>
            <a:lvl5pPr marL="0" indent="0" algn="ctr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heading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3C91994A-3654-4C3E-A312-4B73609F5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591793"/>
            <a:ext cx="11018521" cy="430887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700537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2557" userDrawn="1">
          <p15:clr>
            <a:srgbClr val="5ACBF0"/>
          </p15:clr>
        </p15:guide>
        <p15:guide id="7" pos="2745" userDrawn="1">
          <p15:clr>
            <a:srgbClr val="5ACBF0"/>
          </p15:clr>
        </p15:guide>
        <p15:guide id="8" pos="4937" userDrawn="1">
          <p15:clr>
            <a:srgbClr val="5ACBF0"/>
          </p15:clr>
        </p15:guide>
        <p15:guide id="9" pos="5124" userDrawn="1">
          <p15:clr>
            <a:srgbClr val="5ACBF0"/>
          </p15:clr>
        </p15:guide>
        <p15:guide id="10" orient="horz" pos="822" userDrawn="1">
          <p15:clr>
            <a:srgbClr val="5ACBF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543644"/>
            <a:ext cx="2532889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15353"/>
            <a:ext cx="2532889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543644"/>
            <a:ext cx="2532889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3413908" y="1815353"/>
            <a:ext cx="2532889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543644"/>
            <a:ext cx="2532889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245204" y="1815353"/>
            <a:ext cx="2532889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543644"/>
            <a:ext cx="2532889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9076500" y="1815353"/>
            <a:ext cx="2532889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29770F-45CE-4505-A3E9-DB203881F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2735740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856" userDrawn="1">
          <p15:clr>
            <a:srgbClr val="5ACBF0"/>
          </p15:clr>
        </p15:guide>
        <p15:guide id="5" orient="horz" pos="288" userDrawn="1">
          <p15:clr>
            <a:srgbClr val="5ACBF0"/>
          </p15:clr>
        </p15:guide>
        <p15:guide id="6" pos="1963" userDrawn="1">
          <p15:clr>
            <a:srgbClr val="5ACBF0"/>
          </p15:clr>
        </p15:guide>
        <p15:guide id="7" pos="2150" userDrawn="1">
          <p15:clr>
            <a:srgbClr val="5ACBF0"/>
          </p15:clr>
        </p15:guide>
        <p15:guide id="8" pos="3747" userDrawn="1">
          <p15:clr>
            <a:srgbClr val="5ACBF0"/>
          </p15:clr>
        </p15:guide>
        <p15:guide id="9" pos="3933" userDrawn="1">
          <p15:clr>
            <a:srgbClr val="5ACBF0"/>
          </p15:clr>
        </p15:guide>
        <p15:guide id="10" pos="5530" userDrawn="1">
          <p15:clr>
            <a:srgbClr val="5ACBF0"/>
          </p15:clr>
        </p15:guide>
        <p15:guide id="11" pos="5716" userDrawn="1">
          <p15:clr>
            <a:srgbClr val="5ACBF0"/>
          </p15:clr>
        </p15:guide>
        <p15:guide id="12" orient="horz" pos="1139" userDrawn="1">
          <p15:clr>
            <a:srgbClr val="5ACBF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A09B8F0-E785-4993-A9CA-BE8D371B2F1C}"/>
              </a:ext>
            </a:extLst>
          </p:cNvPr>
          <p:cNvSpPr/>
          <p:nvPr userDrawn="1"/>
        </p:nvSpPr>
        <p:spPr bwMode="auto">
          <a:xfrm>
            <a:off x="725757" y="1714500"/>
            <a:ext cx="3333483" cy="19812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B6082FB-3119-4714-B0C0-D572EC975527}"/>
              </a:ext>
            </a:extLst>
          </p:cNvPr>
          <p:cNvSpPr/>
          <p:nvPr userDrawn="1"/>
        </p:nvSpPr>
        <p:spPr bwMode="auto">
          <a:xfrm>
            <a:off x="588263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020223-B6E5-4A3F-B38B-BD07D5D659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7659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tx1"/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52C7966-C4D7-49C0-B78C-2335EC9122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90445" y="1944975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53DD438-6A23-4472-B641-263CA368D71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90445" y="2643623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1976077-CE80-43B8-9EE5-625D9EBF3AFE}"/>
              </a:ext>
            </a:extLst>
          </p:cNvPr>
          <p:cNvSpPr/>
          <p:nvPr userDrawn="1"/>
        </p:nvSpPr>
        <p:spPr bwMode="auto">
          <a:xfrm>
            <a:off x="588263" y="38989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A4A6B61-EF71-4B61-BCE3-366255FDF1EC}"/>
              </a:ext>
            </a:extLst>
          </p:cNvPr>
          <p:cNvSpPr/>
          <p:nvPr userDrawn="1"/>
        </p:nvSpPr>
        <p:spPr bwMode="auto">
          <a:xfrm>
            <a:off x="725757" y="3898900"/>
            <a:ext cx="3333483" cy="19812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40B7D3AE-CE8F-4AFB-89D1-7B9F5309DE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7659" y="40410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tx1"/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6CF9214B-A0AA-4B6C-B28E-D4EBC5ADE4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90445" y="4129375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C4CC4422-DCB4-43AA-AAD9-BCD5D2AA4B9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90445" y="4828023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4805574-3B72-481E-A744-EA088066496F}"/>
              </a:ext>
            </a:extLst>
          </p:cNvPr>
          <p:cNvSpPr/>
          <p:nvPr userDrawn="1"/>
        </p:nvSpPr>
        <p:spPr bwMode="auto">
          <a:xfrm>
            <a:off x="4493594" y="1714500"/>
            <a:ext cx="3333483" cy="19812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BB8D822-4AF5-4132-A5BC-447AFB46D9A1}"/>
              </a:ext>
            </a:extLst>
          </p:cNvPr>
          <p:cNvSpPr/>
          <p:nvPr userDrawn="1"/>
        </p:nvSpPr>
        <p:spPr bwMode="auto">
          <a:xfrm>
            <a:off x="4356099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885CB766-3BA7-4C6E-981C-12B89BBC0EB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5495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tx1"/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8844DE8E-38F4-4A62-9864-CF5DC11D85A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58282" y="1944975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D1DCB16E-3178-4977-908B-DCB9D5BE659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58283" y="2643623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3833F72-DCBA-4AB2-B21A-B550376D8C87}"/>
              </a:ext>
            </a:extLst>
          </p:cNvPr>
          <p:cNvSpPr/>
          <p:nvPr userDrawn="1"/>
        </p:nvSpPr>
        <p:spPr bwMode="auto">
          <a:xfrm>
            <a:off x="4502418" y="3898900"/>
            <a:ext cx="3333483" cy="19812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4259E61-6078-44AA-A8F7-193579B7AE28}"/>
              </a:ext>
            </a:extLst>
          </p:cNvPr>
          <p:cNvSpPr/>
          <p:nvPr userDrawn="1"/>
        </p:nvSpPr>
        <p:spPr bwMode="auto">
          <a:xfrm>
            <a:off x="4364925" y="38989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E4A82533-F2BF-4E0A-BA3B-0430252D758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04320" y="40410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tx1"/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B3A0E84D-D831-421C-9A30-9491AAAF808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67106" y="4129375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BCDABBF1-093E-49D4-A19B-3B845261213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167108" y="4828023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4FBA965-A892-4051-B1FD-FD4306CA19AF}"/>
              </a:ext>
            </a:extLst>
          </p:cNvPr>
          <p:cNvSpPr/>
          <p:nvPr userDrawn="1"/>
        </p:nvSpPr>
        <p:spPr bwMode="auto">
          <a:xfrm>
            <a:off x="8275907" y="1714500"/>
            <a:ext cx="3333483" cy="19812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6BE5E53-DE80-4281-9FEC-7ACDD1067819}"/>
              </a:ext>
            </a:extLst>
          </p:cNvPr>
          <p:cNvSpPr/>
          <p:nvPr userDrawn="1"/>
        </p:nvSpPr>
        <p:spPr bwMode="auto">
          <a:xfrm>
            <a:off x="8138413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4C1E6F08-6F2F-4B8B-9D87-C030E94DF1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77808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tx1"/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38" name="Text Placeholder 6">
            <a:extLst>
              <a:ext uri="{FF2B5EF4-FFF2-40B4-BE49-F238E27FC236}">
                <a16:creationId xmlns:a16="http://schemas.microsoft.com/office/drawing/2014/main" id="{2D06001F-6138-4D6F-A243-7FFE1D81CCE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940594" y="1944975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39" name="Text Placeholder 18">
            <a:extLst>
              <a:ext uri="{FF2B5EF4-FFF2-40B4-BE49-F238E27FC236}">
                <a16:creationId xmlns:a16="http://schemas.microsoft.com/office/drawing/2014/main" id="{7841B3D9-6CC3-427F-B428-8C3FDE4BE06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940596" y="2643623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41224F9-6A4C-4C65-8E42-6E3D85470B57}"/>
              </a:ext>
            </a:extLst>
          </p:cNvPr>
          <p:cNvSpPr/>
          <p:nvPr userDrawn="1"/>
        </p:nvSpPr>
        <p:spPr bwMode="auto">
          <a:xfrm>
            <a:off x="8270256" y="3895725"/>
            <a:ext cx="3333483" cy="19812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2903A56-607B-4490-BE1F-86412530286F}"/>
              </a:ext>
            </a:extLst>
          </p:cNvPr>
          <p:cNvSpPr/>
          <p:nvPr userDrawn="1"/>
        </p:nvSpPr>
        <p:spPr bwMode="auto">
          <a:xfrm>
            <a:off x="8132762" y="3895725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DE7C2246-8982-4ECB-88AC-EB1C473C2B5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472158" y="4037914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tx1"/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43" name="Text Placeholder 6">
            <a:extLst>
              <a:ext uri="{FF2B5EF4-FFF2-40B4-BE49-F238E27FC236}">
                <a16:creationId xmlns:a16="http://schemas.microsoft.com/office/drawing/2014/main" id="{709DFA2F-B194-435C-9191-8090148D15F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934944" y="4126200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44" name="Text Placeholder 18">
            <a:extLst>
              <a:ext uri="{FF2B5EF4-FFF2-40B4-BE49-F238E27FC236}">
                <a16:creationId xmlns:a16="http://schemas.microsoft.com/office/drawing/2014/main" id="{66A57C42-7CBF-4742-80C3-46C15991F8E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934945" y="4824848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8E6D12-E7E5-4852-90CA-46E41D32C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4636526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702" userDrawn="1">
          <p15:clr>
            <a:srgbClr val="5ACBF0"/>
          </p15:clr>
        </p15:guide>
        <p15:guide id="5" orient="horz" pos="288" userDrawn="1">
          <p15:clr>
            <a:srgbClr val="5ACBF0"/>
          </p15:clr>
        </p15:guide>
        <p15:guide id="6" pos="2557" userDrawn="1">
          <p15:clr>
            <a:srgbClr val="5ACBF0"/>
          </p15:clr>
        </p15:guide>
        <p15:guide id="7" pos="2745" userDrawn="1">
          <p15:clr>
            <a:srgbClr val="5ACBF0"/>
          </p15:clr>
        </p15:guide>
        <p15:guide id="8" pos="4937" userDrawn="1">
          <p15:clr>
            <a:srgbClr val="5ACBF0"/>
          </p15:clr>
        </p15:guide>
        <p15:guide id="9" pos="5124" userDrawn="1">
          <p15:clr>
            <a:srgbClr val="5ACBF0"/>
          </p15:clr>
        </p15:guide>
        <p15:guide id="10" orient="horz" pos="1071" userDrawn="1">
          <p15:clr>
            <a:srgbClr val="5ACBF0"/>
          </p15:clr>
        </p15:guide>
        <p15:guide id="11" orient="horz" pos="2455" userDrawn="1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D883269-C75C-4B87-8CD9-BE4E94E2B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C923CE-7CB3-4CF0-AAA2-722B1683A1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15300" y="2017713"/>
            <a:ext cx="3494089" cy="425132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</a:lstStyle>
          <a:p>
            <a:pPr lvl="0"/>
            <a:r>
              <a:rPr lang="en-US" dirty="0"/>
              <a:t>Add a caption</a:t>
            </a:r>
          </a:p>
        </p:txBody>
      </p:sp>
      <p:sp>
        <p:nvSpPr>
          <p:cNvPr id="3" name="Picture Placeholder 2" descr="This screenshot is a 'placeholder' only. Drag or drop your screen shot here, or click and tap the center to insert a photo.">
            <a:extLst>
              <a:ext uri="{FF2B5EF4-FFF2-40B4-BE49-F238E27FC236}">
                <a16:creationId xmlns:a16="http://schemas.microsoft.com/office/drawing/2014/main" id="{32952E5A-3BE5-4580-872E-DC3A31E8D44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82612" y="1436688"/>
            <a:ext cx="7253289" cy="483235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tIns="720000" bIns="1005840" anchor="t" anchorCtr="0">
            <a:noAutofit/>
          </a:bodyPr>
          <a:lstStyle>
            <a:lvl1pPr marL="0" indent="0"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Drag &amp; drop a</a:t>
            </a:r>
            <a:br>
              <a:rPr lang="en-US" dirty="0"/>
            </a:br>
            <a:r>
              <a:rPr lang="en-US" dirty="0"/>
              <a:t>screenshot here</a:t>
            </a:r>
            <a:br>
              <a:rPr lang="en-US" dirty="0"/>
            </a:br>
            <a:r>
              <a:rPr lang="en-US" dirty="0"/>
              <a:t>or click or tap icon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</p:spTree>
    <p:extLst>
      <p:ext uri="{BB962C8B-B14F-4D97-AF65-F5344CB8AC3E}">
        <p14:creationId xmlns:p14="http://schemas.microsoft.com/office/powerpoint/2010/main" val="36331762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0" pos="4938" userDrawn="1">
          <p15:clr>
            <a:srgbClr val="5ACBF0"/>
          </p15:clr>
        </p15:guide>
        <p15:guide id="21" pos="5113" userDrawn="1">
          <p15:clr>
            <a:srgbClr val="5ACBF0"/>
          </p15:clr>
        </p15:guide>
        <p15:guide id="28" orient="horz" pos="905" userDrawn="1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31026A-4A74-439D-A8F5-DB82A03E7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131029"/>
            <a:ext cx="3468956" cy="861774"/>
          </a:xfrm>
        </p:spPr>
        <p:txBody>
          <a:bodyPr anchor="t"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8DBB0A-21C9-483B-83DA-E59B5C3578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46105" y="2131032"/>
            <a:ext cx="6961188" cy="3980641"/>
          </a:xfrm>
        </p:spPr>
        <p:txBody>
          <a:bodyPr>
            <a:normAutofit/>
          </a:bodyPr>
          <a:lstStyle>
            <a:lvl1pPr marL="320056" indent="-320056">
              <a:spcAft>
                <a:spcPts val="1200"/>
              </a:spcAft>
              <a:buFont typeface="+mj-lt"/>
              <a:buAutoNum type="arabicPeriod"/>
              <a:defRPr sz="2000"/>
            </a:lvl1pPr>
            <a:lvl2pPr marL="228611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9FD800B-7DF4-487A-ADA4-F44FB0D5A3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588264" y="1842902"/>
            <a:ext cx="3477325" cy="0"/>
          </a:xfrm>
          <a:prstGeom prst="line">
            <a:avLst/>
          </a:prstGeom>
          <a:ln w="63500">
            <a:solidFill>
              <a:schemeClr val="accent1">
                <a:lumMod val="20000"/>
                <a:lumOff val="8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17D0DD9-81B9-4F58-9346-51EE2B8F8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648201" y="1842902"/>
            <a:ext cx="6961188" cy="0"/>
          </a:xfrm>
          <a:prstGeom prst="line">
            <a:avLst/>
          </a:prstGeom>
          <a:ln w="63500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793507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2" pos="2561" userDrawn="1">
          <p15:clr>
            <a:srgbClr val="5ACBF0"/>
          </p15:clr>
        </p15:guide>
        <p15:guide id="29" orient="horz" pos="1271" userDrawn="1">
          <p15:clr>
            <a:srgbClr val="5ACBF0"/>
          </p15:clr>
        </p15:guide>
        <p15:guide id="33" pos="2928" userDrawn="1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5" y="3211972"/>
            <a:ext cx="3182027" cy="430887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292103"/>
            <a:ext cx="6667500" cy="5976939"/>
          </a:xfr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356100" y="2264940"/>
            <a:ext cx="0" cy="2059178"/>
          </a:xfrm>
          <a:prstGeom prst="line">
            <a:avLst/>
          </a:prstGeom>
          <a:ln w="6350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50255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0" pos="2377" userDrawn="1">
          <p15:clr>
            <a:srgbClr val="5ACBF0"/>
          </p15:clr>
        </p15:guide>
        <p15:guide id="31" pos="3114" userDrawn="1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5805"/>
            <a:ext cx="6037460" cy="443198"/>
          </a:xfrm>
          <a:noFill/>
        </p:spPr>
        <p:txBody>
          <a:bodyPr wrap="square" lIns="0" tIns="0" rIns="0" bIns="0" anchor="b" anchorCtr="0">
            <a:spAutoFit/>
          </a:bodyPr>
          <a:lstStyle>
            <a:lvl1pPr algn="l" defTabSz="93278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756302"/>
            <a:ext cx="6037460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spc="0" baseline="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6F4CBF-3771-416F-BD4B-AF9C13A617ED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22978" y="3207401"/>
            <a:ext cx="2702419" cy="59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602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orient="horz" pos="1872" userDrawn="1">
          <p15:clr>
            <a:srgbClr val="5ACBF0"/>
          </p15:clr>
        </p15:guide>
        <p15:guide id="4" orient="horz" pos="2364" userDrawn="1">
          <p15:clr>
            <a:srgbClr val="5ACBF0"/>
          </p15:clr>
        </p15:guide>
        <p15:guide id="5" pos="3840" userDrawn="1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570560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 userDrawn="1">
          <p15:clr>
            <a:srgbClr val="A4A3A4"/>
          </p15:clr>
        </p15:guide>
        <p15:guide id="7" pos="963" userDrawn="1">
          <p15:clr>
            <a:srgbClr val="A4A3A4"/>
          </p15:clr>
        </p15:guide>
        <p15:guide id="8" pos="1373" userDrawn="1">
          <p15:clr>
            <a:srgbClr val="A4A3A4"/>
          </p15:clr>
        </p15:guide>
        <p15:guide id="9" pos="1556" userDrawn="1">
          <p15:clr>
            <a:srgbClr val="A4A3A4"/>
          </p15:clr>
        </p15:guide>
        <p15:guide id="10" pos="1967" userDrawn="1">
          <p15:clr>
            <a:srgbClr val="A4A3A4"/>
          </p15:clr>
        </p15:guide>
        <p15:guide id="11" pos="2150" userDrawn="1">
          <p15:clr>
            <a:srgbClr val="A4A3A4"/>
          </p15:clr>
        </p15:guide>
        <p15:guide id="12" pos="2561" userDrawn="1">
          <p15:clr>
            <a:srgbClr val="A4A3A4"/>
          </p15:clr>
        </p15:guide>
        <p15:guide id="13" pos="2745" userDrawn="1">
          <p15:clr>
            <a:srgbClr val="A4A3A4"/>
          </p15:clr>
        </p15:guide>
        <p15:guide id="14" pos="3156" userDrawn="1">
          <p15:clr>
            <a:srgbClr val="A4A3A4"/>
          </p15:clr>
        </p15:guide>
        <p15:guide id="15" pos="3338" userDrawn="1">
          <p15:clr>
            <a:srgbClr val="A4A3A4"/>
          </p15:clr>
        </p15:guide>
        <p15:guide id="16" pos="3749" userDrawn="1">
          <p15:clr>
            <a:srgbClr val="A4A3A4"/>
          </p15:clr>
        </p15:guide>
        <p15:guide id="17" pos="3932" userDrawn="1">
          <p15:clr>
            <a:srgbClr val="A4A3A4"/>
          </p15:clr>
        </p15:guide>
        <p15:guide id="18" pos="4343" userDrawn="1">
          <p15:clr>
            <a:srgbClr val="A4A3A4"/>
          </p15:clr>
        </p15:guide>
        <p15:guide id="19" pos="4525" userDrawn="1">
          <p15:clr>
            <a:srgbClr val="A4A3A4"/>
          </p15:clr>
        </p15:guide>
        <p15:guide id="20" pos="4938" userDrawn="1">
          <p15:clr>
            <a:srgbClr val="A4A3A4"/>
          </p15:clr>
        </p15:guide>
        <p15:guide id="21" pos="5120" userDrawn="1">
          <p15:clr>
            <a:srgbClr val="A4A3A4"/>
          </p15:clr>
        </p15:guide>
        <p15:guide id="22" pos="5530" userDrawn="1">
          <p15:clr>
            <a:srgbClr val="A4A3A4"/>
          </p15:clr>
        </p15:guide>
        <p15:guide id="23" pos="5715" userDrawn="1">
          <p15:clr>
            <a:srgbClr val="A4A3A4"/>
          </p15:clr>
        </p15:guide>
        <p15:guide id="24" pos="6123" userDrawn="1">
          <p15:clr>
            <a:srgbClr val="A4A3A4"/>
          </p15:clr>
        </p15:guide>
        <p15:guide id="25" pos="6308" userDrawn="1">
          <p15:clr>
            <a:srgbClr val="A4A3A4"/>
          </p15:clr>
        </p15:guide>
        <p15:guide id="26" pos="6717" userDrawn="1">
          <p15:clr>
            <a:srgbClr val="A4A3A4"/>
          </p15:clr>
        </p15:guide>
        <p15:guide id="27" pos="6900" userDrawn="1">
          <p15:clr>
            <a:srgbClr val="A4A3A4"/>
          </p15:clr>
        </p15:guide>
        <p15:guide id="28" orient="horz" pos="905" userDrawn="1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D0DF2A6-26A8-4810-95DF-F65F123C66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Software code slide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4" y="1436688"/>
            <a:ext cx="11018521" cy="482952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71" indent="0">
              <a:buNone/>
              <a:defRPr sz="18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37" indent="0">
              <a:buNone/>
              <a:defRPr sz="16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604" indent="0">
              <a:buNone/>
              <a:defRPr sz="1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1050" indent="0">
              <a:buNone/>
              <a:defRPr sz="1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4305879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905" userDrawn="1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 and Attrib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BCE27-18A9-4B58-967D-F414D11BC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9682BFC-72AD-43B8-82AA-B9CAA5B851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964" y="1436692"/>
            <a:ext cx="11020426" cy="4829175"/>
          </a:xfrm>
        </p:spPr>
        <p:txBody>
          <a:bodyPr/>
          <a:lstStyle>
            <a:lvl1pPr marL="0" indent="0">
              <a:buNone/>
              <a:defRPr sz="1100"/>
            </a:lvl1pPr>
            <a:lvl2pPr marL="228611" indent="0">
              <a:buNone/>
              <a:defRPr sz="1100"/>
            </a:lvl2pPr>
            <a:lvl3pPr marL="457223" indent="0">
              <a:buNone/>
              <a:defRPr sz="1100"/>
            </a:lvl3pPr>
            <a:lvl4pPr marL="662021" indent="0">
              <a:buNone/>
              <a:defRPr sz="1100"/>
            </a:lvl4pPr>
            <a:lvl5pPr marL="855706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64274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905" userDrawn="1">
          <p15:clr>
            <a:srgbClr val="5ACBF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log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5CD1CF4-BF52-4A9A-864B-B7138A0D8208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4202" y="585791"/>
            <a:ext cx="1339351" cy="2926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CB3EC8B-A541-4803-BD06-4CF36BCBC7AC}"/>
              </a:ext>
            </a:extLst>
          </p:cNvPr>
          <p:cNvSpPr txBox="1"/>
          <p:nvPr userDrawn="1"/>
        </p:nvSpPr>
        <p:spPr>
          <a:xfrm>
            <a:off x="196320" y="6553366"/>
            <a:ext cx="114455" cy="190581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algn="r">
              <a:defRPr/>
            </a:pPr>
            <a:fld id="{B50A2252-0B00-49D0-9A28-2F5CCECF09D1}" type="slidenum">
              <a:rPr lang="en-US" sz="700" kern="1200" cap="none" spc="1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algn="r">
                <a:defRPr/>
              </a:pPr>
              <a:t>‹#›</a:t>
            </a:fld>
            <a:endParaRPr lang="en-US" sz="700" kern="1200" cap="none" spc="10" baseline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Rectangle 5" descr="{&quot;templafy&quot;:{&quot;binding&quot;:&quot;{{Form.Footer}}&quot;,&quot;type&quot;:&quot;text&quot;}}">
            <a:extLst>
              <a:ext uri="{FF2B5EF4-FFF2-40B4-BE49-F238E27FC236}">
                <a16:creationId xmlns:a16="http://schemas.microsoft.com/office/drawing/2014/main" id="{43334FAC-11C2-4DB4-8249-171553FC7893}"/>
              </a:ext>
            </a:extLst>
          </p:cNvPr>
          <p:cNvSpPr/>
          <p:nvPr userDrawn="1"/>
        </p:nvSpPr>
        <p:spPr bwMode="auto">
          <a:xfrm>
            <a:off x="603380" y="6567866"/>
            <a:ext cx="9000000" cy="161105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GB" sz="750" dirty="0" err="1">
              <a:solidFill>
                <a:schemeClr val="tx1"/>
              </a:soli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5069136"/>
      </p:ext>
    </p:extLst>
  </p:cSld>
  <p:clrMapOvr>
    <a:masterClrMapping/>
  </p:clrMapOvr>
  <p:transition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theme" Target="../theme/theme1.xml"/><Relationship Id="rId2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88264" y="591794"/>
            <a:ext cx="11018521" cy="43088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584200" y="1435503"/>
            <a:ext cx="11018521" cy="483070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519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519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0" name="Rectangle 49" descr="{&quot;templafy&quot;:{&quot;binding&quot;:&quot;{{Form.Footer}}&quot;,&quot;type&quot;:&quot;text&quot;}}">
            <a:extLst>
              <a:ext uri="{FF2B5EF4-FFF2-40B4-BE49-F238E27FC236}">
                <a16:creationId xmlns:a16="http://schemas.microsoft.com/office/drawing/2014/main" id="{31FF5E37-9042-4844-B9BE-993B8146017C}"/>
              </a:ext>
            </a:extLst>
          </p:cNvPr>
          <p:cNvSpPr/>
          <p:nvPr userDrawn="1"/>
        </p:nvSpPr>
        <p:spPr bwMode="auto">
          <a:xfrm>
            <a:off x="603380" y="6567866"/>
            <a:ext cx="9000000" cy="161105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GB" sz="750" dirty="0" err="1">
              <a:solidFill>
                <a:schemeClr val="tx1"/>
              </a:soli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37D7AC4D-9491-4E01-B00E-358B03A637B8}"/>
              </a:ext>
            </a:extLst>
          </p:cNvPr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11410467" y="6561727"/>
            <a:ext cx="645078" cy="153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427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20" r:id="rId1"/>
    <p:sldLayoutId id="2147484833" r:id="rId2"/>
    <p:sldLayoutId id="2147484710" r:id="rId3"/>
    <p:sldLayoutId id="2147484240" r:id="rId4"/>
    <p:sldLayoutId id="2147484736" r:id="rId5"/>
    <p:sldLayoutId id="2147484474" r:id="rId6"/>
    <p:sldLayoutId id="2147484639" r:id="rId7"/>
    <p:sldLayoutId id="2147484603" r:id="rId8"/>
    <p:sldLayoutId id="2147484919" r:id="rId9"/>
    <p:sldLayoutId id="2147484751" r:id="rId10"/>
    <p:sldLayoutId id="2147484914" r:id="rId11"/>
    <p:sldLayoutId id="2147484835" r:id="rId12"/>
    <p:sldLayoutId id="2147484836" r:id="rId13"/>
    <p:sldLayoutId id="2147484837" r:id="rId14"/>
    <p:sldLayoutId id="2147484838" r:id="rId15"/>
    <p:sldLayoutId id="2147484923" r:id="rId16"/>
    <p:sldLayoutId id="2147484925" r:id="rId17"/>
    <p:sldLayoutId id="2147484839" r:id="rId18"/>
    <p:sldLayoutId id="2147484922" r:id="rId19"/>
    <p:sldLayoutId id="2147484783" r:id="rId20"/>
    <p:sldLayoutId id="2147484784" r:id="rId21"/>
    <p:sldLayoutId id="2147484787" r:id="rId22"/>
    <p:sldLayoutId id="2147484249" r:id="rId23"/>
    <p:sldLayoutId id="2147484671" r:id="rId24"/>
    <p:sldLayoutId id="2147484585" r:id="rId25"/>
    <p:sldLayoutId id="2147484924" r:id="rId26"/>
    <p:sldLayoutId id="2147484299" r:id="rId27"/>
  </p:sldLayoutIdLst>
  <p:transition>
    <p:fade/>
  </p:transition>
  <p:hf hdr="0" dt="0"/>
  <p:txStyles>
    <p:titleStyle>
      <a:lvl1pPr algn="l" defTabSz="932789" rtl="0" eaLnBrk="1" latinLnBrk="0" hangingPunct="1">
        <a:lnSpc>
          <a:spcPct val="100000"/>
        </a:lnSpc>
        <a:spcBef>
          <a:spcPct val="0"/>
        </a:spcBef>
        <a:buNone/>
        <a:defRPr lang="en-US" sz="2800" b="1" kern="1200" cap="none" spc="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11" marR="0" indent="-228611" algn="l" defTabSz="932789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23" marR="0" indent="-228611" algn="l" defTabSz="932789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58" marR="0" indent="-200035" algn="l" defTabSz="932789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2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3005" marR="0" indent="-180984" algn="l" defTabSz="932789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1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89" marR="0" indent="-168284" algn="l" defTabSz="932789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1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168" indent="-233198" algn="l" defTabSz="93278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564" indent="-233198" algn="l" defTabSz="93278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958" indent="-233198" algn="l" defTabSz="93278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354" indent="-233198" algn="l" defTabSz="93278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95" algn="l" defTabSz="9327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89" algn="l" defTabSz="9327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83" algn="l" defTabSz="9327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577" algn="l" defTabSz="9327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973" algn="l" defTabSz="9327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366" algn="l" defTabSz="9327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761" algn="l" defTabSz="9327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1156" algn="l" defTabSz="9327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 userDrawn="1">
          <p15:clr>
            <a:srgbClr val="C35EA4"/>
          </p15:clr>
        </p15:guide>
        <p15:guide id="17" pos="7313" userDrawn="1">
          <p15:clr>
            <a:srgbClr val="C35EA4"/>
          </p15:clr>
        </p15:guide>
        <p15:guide id="25" orient="horz" pos="369" userDrawn="1">
          <p15:clr>
            <a:srgbClr val="C35EA4"/>
          </p15:clr>
        </p15:guide>
        <p15:guide id="26" orient="horz" pos="3949" userDrawn="1">
          <p15:clr>
            <a:srgbClr val="C35EA4"/>
          </p15:clr>
        </p15:guide>
        <p15:guide id="27" orient="horz" pos="184" userDrawn="1">
          <p15:clr>
            <a:srgbClr val="A4A3A4"/>
          </p15:clr>
        </p15:guide>
        <p15:guide id="28" pos="186" userDrawn="1">
          <p15:clr>
            <a:srgbClr val="A4A3A4"/>
          </p15:clr>
        </p15:guide>
        <p15:guide id="29" orient="horz" pos="4135" userDrawn="1">
          <p15:clr>
            <a:srgbClr val="A4A3A4"/>
          </p15:clr>
        </p15:guide>
        <p15:guide id="30" pos="7495" userDrawn="1">
          <p15:clr>
            <a:srgbClr val="A4A3A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slideLayout" Target="../slideLayouts/slideLayout7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emf"/><Relationship Id="rId8" Type="http://schemas.openxmlformats.org/officeDocument/2006/relationships/image" Target="../media/image6.emf"/><Relationship Id="rId9" Type="http://schemas.openxmlformats.org/officeDocument/2006/relationships/image" Target="../media/image7.png"/><Relationship Id="rId10" Type="http://schemas.openxmlformats.org/officeDocument/2006/relationships/image" Target="../media/image8.jpg"/><Relationship Id="rId11" Type="http://schemas.openxmlformats.org/officeDocument/2006/relationships/image" Target="../media/image9.png"/><Relationship Id="rId12" Type="http://schemas.openxmlformats.org/officeDocument/2006/relationships/chart" Target="../charts/chart1.xml"/><Relationship Id="rId1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C995DB8-75D8-49DC-0386-88FDA7519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712" y="1005840"/>
            <a:ext cx="1556512" cy="414731"/>
          </a:xfrm>
          <a:solidFill>
            <a:srgbClr val="2F2F2F"/>
          </a:solidFill>
        </p:spPr>
        <p:txBody>
          <a:bodyPr lIns="0" rIns="0" anchor="ctr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zh-CN" sz="2200" b="0" dirty="0" altLang="en-US">
                <a:solidFill>
                  <a:schemeClr val="bg1"/>
                </a:solidFill>
                <a:latin typeface="Aharoni" panose="020F0502020204030204" pitchFamily="34" charset="0"/>
                <a:ea typeface="Noto Sans SC Static Black"/>
                <a:cs typeface="Aharoni" panose="020F0502020204030204" pitchFamily="34" charset="0"/>
              </a:rPr>
              <a:t>作品简介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5E59B8-9F4D-053C-0F8B-5ED9412D6AB0}"/>
              </a:ext>
            </a:extLst>
          </p:cNvPr>
          <p:cNvSpPr txBox="1"/>
          <p:nvPr/>
        </p:nvSpPr>
        <p:spPr>
          <a:xfrm>
            <a:off x="210312" y="146304"/>
            <a:ext cx="5760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ea typeface="Noto Sans SC Static"/>
              </a:defRPr>
            </a:pPr>
            <a:r>
              <a:rPr kumimoji="0" lang="zh-CN" sz="2400" b="1" i="0" u="none" strike="noStrike" kern="1200" cap="none" spc="0" normalizeH="0" baseline="0" noProof="0" dirty="0" altLang="en-US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  <a:sym typeface="+mn-ea"/>
              </a:rPr>
              <a:t>GlideLink：基于AMD FPGA的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ea typeface="Noto Sans SC Static"/>
              </a:defRPr>
            </a:pPr>
            <a:r>
              <a:rPr kumimoji="0" lang="zh-CN" sz="2400" b="1" i="0" u="none" strike="noStrike" kern="1200" cap="none" spc="0" normalizeH="0" baseline="0" noProof="0" dirty="0" altLang="en-US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  <a:sym typeface="+mn-ea"/>
              </a:rPr>
              <a:t>DeepJSCC-Q实时无线图像传输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4287D67-CCD3-19BE-8AF4-A871E54A8F95}"/>
              </a:ext>
            </a:extLst>
          </p:cNvPr>
          <p:cNvSpPr txBox="1"/>
          <p:nvPr/>
        </p:nvSpPr>
        <p:spPr>
          <a:xfrm>
            <a:off x="7733160" y="2090674"/>
            <a:ext cx="411468" cy="1556512"/>
          </a:xfrm>
          <a:prstGeom prst="rect">
            <a:avLst/>
          </a:prstGeom>
          <a:solidFill>
            <a:srgbClr val="2F2F2F"/>
          </a:solidFill>
        </p:spPr>
        <p:txBody>
          <a:bodyPr vert="wordArtVert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Noto Sans SC Static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ea typeface="Noto Sans SC Static"/>
              </a:defRPr>
            </a:pPr>
            <a:endParaRPr kumimoji="0" lang="en-US" sz="7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Noto Sans SC Static"/>
              <a:cs typeface="+mj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6959FA9-7E35-379E-77F4-1F6BBF5DF8D9}"/>
              </a:ext>
            </a:extLst>
          </p:cNvPr>
          <p:cNvCxnSpPr>
            <a:cxnSpLocks/>
          </p:cNvCxnSpPr>
          <p:nvPr/>
        </p:nvCxnSpPr>
        <p:spPr>
          <a:xfrm>
            <a:off x="5986823" y="174738"/>
            <a:ext cx="2322305" cy="174328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33CCBA0-FAB3-2B8C-FF7C-6D01676E605B}"/>
              </a:ext>
            </a:extLst>
          </p:cNvPr>
          <p:cNvCxnSpPr>
            <a:cxnSpLocks/>
          </p:cNvCxnSpPr>
          <p:nvPr/>
        </p:nvCxnSpPr>
        <p:spPr>
          <a:xfrm flipV="1">
            <a:off x="8309128" y="1906544"/>
            <a:ext cx="3703067" cy="1074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1E00891-515C-956C-17FC-86789D545647}"/>
              </a:ext>
            </a:extLst>
          </p:cNvPr>
          <p:cNvCxnSpPr>
            <a:cxnSpLocks/>
          </p:cNvCxnSpPr>
          <p:nvPr/>
        </p:nvCxnSpPr>
        <p:spPr>
          <a:xfrm>
            <a:off x="8309128" y="1918018"/>
            <a:ext cx="0" cy="472942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A2861224-2DEF-8496-CEB1-1EEE08DC3753}"/>
              </a:ext>
            </a:extLst>
          </p:cNvPr>
          <p:cNvSpPr txBox="1"/>
          <p:nvPr/>
        </p:nvSpPr>
        <p:spPr>
          <a:xfrm>
            <a:off x="6858000" y="236828"/>
            <a:ext cx="301752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ea typeface="Noto Sans SC Static"/>
              </a:defRPr>
            </a:pP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  <a:sym typeface="+mn-ea"/>
              </a:rPr>
              <a:t>范存玺  王钟毓  杨俊贤</a:t>
            </a:r>
          </a:p>
        </p:txBody>
      </p:sp>
      <p:sp>
        <p:nvSpPr>
          <p:cNvPr id="30" name="文本框 4">
            <a:extLst>
              <a:ext uri="{FF2B5EF4-FFF2-40B4-BE49-F238E27FC236}">
                <a16:creationId xmlns:a16="http://schemas.microsoft.com/office/drawing/2014/main" id="{3AD9C1E2-56A2-91FD-2214-C3508F5F5345}"/>
              </a:ext>
            </a:extLst>
          </p:cNvPr>
          <p:cNvSpPr txBox="1"/>
          <p:nvPr/>
        </p:nvSpPr>
        <p:spPr>
          <a:xfrm>
            <a:off x="10058400" y="1243584"/>
            <a:ext cx="2103120" cy="3657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>
                <a:ea typeface="Noto Sans SC Static"/>
              </a:defRPr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i="1"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ea typeface="Noto Sans SC Static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ea typeface="Noto Sans SC Static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ea typeface="Noto Sans SC Static"/>
              </a:defRPr>
            </a:pPr>
            <a:r>
              <a:rPr kumimoji="0" lang="zh-CN" altLang="en-US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板上实测：左为RX，右为TX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ea typeface="Noto Sans SC Static"/>
              </a:defRPr>
            </a:pPr>
            <a:r>
              <a:rPr kumimoji="0" lang="zh-CN" altLang="en-US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AMD Zynq UltraScale+ MPSoC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B2BC273-1ABD-8CAB-E5D8-4D352647280A}"/>
              </a:ext>
            </a:extLst>
          </p:cNvPr>
          <p:cNvSpPr txBox="1"/>
          <p:nvPr/>
        </p:nvSpPr>
        <p:spPr>
          <a:xfrm>
            <a:off x="7498079" y="438594"/>
            <a:ext cx="228600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>
                <a:ea typeface="Noto Sans SC Static"/>
              </a:defRPr>
            </a:pP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  <a:sym typeface="+mn-ea"/>
              </a:rPr>
              <a:t>电子科技大学</a:t>
            </a:r>
          </a:p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>
                <a:ea typeface="Noto Sans SC Static"/>
              </a:defRPr>
            </a:pP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  <a:sym typeface="+mn-ea"/>
              </a:rPr>
              <a:t>四川省</a:t>
            </a: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AE3CBA43-B054-3929-F3E6-E92043E5955C}"/>
              </a:ext>
            </a:extLst>
          </p:cNvPr>
          <p:cNvSpPr txBox="1"/>
          <p:nvPr/>
        </p:nvSpPr>
        <p:spPr>
          <a:xfrm>
            <a:off x="8507018" y="2052136"/>
            <a:ext cx="411468" cy="1556512"/>
          </a:xfrm>
          <a:prstGeom prst="rect">
            <a:avLst/>
          </a:prstGeom>
          <a:solidFill>
            <a:srgbClr val="2F2F2F"/>
          </a:solidFill>
        </p:spPr>
        <p:txBody>
          <a:bodyPr vert="wordArtVert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Noto Sans SC Static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ea typeface="Noto Sans SC Static"/>
              </a:defRPr>
            </a:pPr>
            <a:endParaRPr kumimoji="0" lang="en-US" sz="7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Noto Sans SC Static"/>
              <a:cs typeface="+mj-cs"/>
            </a:endParaRPr>
          </a:p>
        </p:txBody>
      </p:sp>
      <p:pic>
        <p:nvPicPr>
          <p:cNvPr id="39" name="Picture 3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26B71EE-FA39-6F56-7769-2C9328852E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9872" y="996093"/>
            <a:ext cx="1764303" cy="99242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7733160" y="2090674"/>
            <a:ext cx="411468" cy="1556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2200"/>
              </a:lnSpc>
              <a:spcBef>
                <a:spcPts val="0"/>
              </a:spcBef>
            </a:pPr>
            <a:r>
              <a:rPr sz="2200" b="0" lang="zh-CN" altLang="en-US">
                <a:solidFill>
                  <a:srgbClr val="FFFFFF"/>
                </a:solidFill>
                <a:ea typeface="Noto Sans SC Static Black"/>
              </a:rPr>
              <a:t>创</a:t>
            </a:r>
          </a:p>
          <a:p>
            <a:pPr algn="ctr">
              <a:lnSpc>
                <a:spcPts val="2200"/>
              </a:lnSpc>
              <a:spcBef>
                <a:spcPts val="0"/>
              </a:spcBef>
            </a:pPr>
            <a:r>
              <a:rPr sz="2200" b="0" lang="zh-CN" altLang="en-US">
                <a:solidFill>
                  <a:srgbClr val="FFFFFF"/>
                </a:solidFill>
                <a:ea typeface="Noto Sans SC Static Black"/>
              </a:rPr>
              <a:t>新</a:t>
            </a:r>
          </a:p>
          <a:p>
            <a:pPr algn="ctr">
              <a:lnSpc>
                <a:spcPts val="2200"/>
              </a:lnSpc>
              <a:spcBef>
                <a:spcPts val="0"/>
              </a:spcBef>
            </a:pPr>
            <a:r>
              <a:rPr sz="2200" b="0" lang="zh-CN" altLang="en-US">
                <a:solidFill>
                  <a:srgbClr val="FFFFFF"/>
                </a:solidFill>
                <a:ea typeface="Noto Sans SC Static Black"/>
              </a:rPr>
              <a:t>设</a:t>
            </a:r>
          </a:p>
          <a:p>
            <a:pPr algn="ctr">
              <a:lnSpc>
                <a:spcPts val="2200"/>
              </a:lnSpc>
              <a:spcBef>
                <a:spcPts val="0"/>
              </a:spcBef>
            </a:pPr>
            <a:r>
              <a:rPr sz="2200" b="0" lang="zh-CN" altLang="en-US">
                <a:solidFill>
                  <a:srgbClr val="FFFFFF"/>
                </a:solidFill>
                <a:ea typeface="Noto Sans SC Static Black"/>
              </a:rPr>
              <a:t>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7018" y="2052136"/>
            <a:ext cx="411468" cy="1556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2200"/>
              </a:lnSpc>
              <a:spcBef>
                <a:spcPts val="0"/>
              </a:spcBef>
            </a:pPr>
            <a:r>
              <a:rPr sz="2200" b="0" lang="zh-CN" altLang="en-US">
                <a:solidFill>
                  <a:srgbClr val="FFFFFF"/>
                </a:solidFill>
                <a:ea typeface="Noto Sans SC Static Black"/>
              </a:rPr>
              <a:t>测</a:t>
            </a:r>
          </a:p>
          <a:p>
            <a:pPr algn="ctr">
              <a:lnSpc>
                <a:spcPts val="2200"/>
              </a:lnSpc>
              <a:spcBef>
                <a:spcPts val="0"/>
              </a:spcBef>
            </a:pPr>
            <a:r>
              <a:rPr sz="2200" b="0" lang="zh-CN" altLang="en-US">
                <a:solidFill>
                  <a:srgbClr val="FFFFFF"/>
                </a:solidFill>
                <a:ea typeface="Noto Sans SC Static Black"/>
              </a:rPr>
              <a:t>试</a:t>
            </a:r>
          </a:p>
          <a:p>
            <a:pPr algn="ctr">
              <a:lnSpc>
                <a:spcPts val="2200"/>
              </a:lnSpc>
              <a:spcBef>
                <a:spcPts val="0"/>
              </a:spcBef>
            </a:pPr>
            <a:r>
              <a:rPr sz="2200" b="0" lang="zh-CN" altLang="en-US">
                <a:solidFill>
                  <a:srgbClr val="FFFFFF"/>
                </a:solidFill>
                <a:ea typeface="Noto Sans SC Static Black"/>
              </a:rPr>
              <a:t>结</a:t>
            </a:r>
          </a:p>
          <a:p>
            <a:pPr algn="ctr">
              <a:lnSpc>
                <a:spcPts val="2200"/>
              </a:lnSpc>
              <a:spcBef>
                <a:spcPts val="0"/>
              </a:spcBef>
            </a:pPr>
            <a:r>
              <a:rPr sz="2200" b="0" lang="zh-CN" altLang="en-US">
                <a:solidFill>
                  <a:srgbClr val="FFFFFF"/>
                </a:solidFill>
                <a:ea typeface="Noto Sans SC Static Black"/>
              </a:rPr>
              <a:t>果</a:t>
            </a:r>
          </a:p>
        </p:txBody>
      </p:sp>
      <p:pic>
        <p:nvPicPr>
          <p:cNvPr id="42" name="Picture 41" descr="uestc_log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45168" y="128016"/>
            <a:ext cx="751478" cy="749808"/>
          </a:xfrm>
          <a:prstGeom prst="rect">
            <a:avLst/>
          </a:prstGeom>
        </p:spPr>
      </p:pic>
      <p:pic>
        <p:nvPicPr>
          <p:cNvPr id="43" name="Picture 42" descr="hardware_cutout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13264" y="91440"/>
            <a:ext cx="2048256" cy="1128216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201168" y="1536192"/>
            <a:ext cx="3657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 lang="zh-CN" altLang="en-US">
                <a:solidFill>
                  <a:srgbClr val="000000"/>
                </a:solidFill>
                <a:latin typeface="Calibri"/>
                <a:ea typeface="Noto Sans SC Static"/>
              </a:rPr>
              <a:t>无人机、机器人和远程摄像头的实时视频要经过信噪比时刻变化的无线链路。</a:t>
            </a:r>
            <a:r>
              <a:rPr sz="1100" b="1" i="0" lang="zh-CN" altLang="en-US">
                <a:solidFill>
                  <a:srgbClr val="000000"/>
                </a:solidFill>
                <a:latin typeface="Calibri"/>
                <a:ea typeface="Noto Sans SC Static"/>
              </a:rPr>
              <a:t>分离信源信道编码（SSCC）</a:t>
            </a:r>
            <a:r>
              <a:rPr sz="1100" b="0" i="0" lang="zh-CN" altLang="en-US">
                <a:solidFill>
                  <a:srgbClr val="000000"/>
                </a:solidFill>
                <a:latin typeface="Calibri"/>
                <a:ea typeface="Noto Sans SC Static"/>
              </a:rPr>
              <a:t>先用JPEG压缩、再加信道编码：信噪比低于纠错门限时，比特错误沿变长码扩散，整幅图像无法解码（</a:t>
            </a:r>
            <a:r>
              <a:rPr sz="1100" b="1" i="0" lang="zh-CN" altLang="en-US">
                <a:solidFill>
                  <a:srgbClr val="000000"/>
                </a:solidFill>
                <a:latin typeface="Calibri"/>
                <a:ea typeface="Noto Sans SC Static"/>
              </a:rPr>
              <a:t>悬崖效应</a:t>
            </a:r>
            <a:r>
              <a:rPr sz="1100" b="0" i="0" lang="zh-CN" altLang="en-US">
                <a:solidFill>
                  <a:srgbClr val="000000"/>
                </a:solidFill>
                <a:latin typeface="Calibri"/>
                <a:ea typeface="Noto Sans SC Static"/>
              </a:rPr>
              <a:t>）；高于门限后画质也不再提升。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1168" y="274320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 lang="zh-CN" altLang="en-US">
                <a:solidFill>
                  <a:srgbClr val="000000"/>
                </a:solidFill>
                <a:latin typeface="Calibri"/>
                <a:ea typeface="Noto Sans SC Static"/>
              </a:rPr>
              <a:t>典型应用场景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74320" y="2990088"/>
            <a:ext cx="585216" cy="512064"/>
          </a:xfrm>
          <a:prstGeom prst="roundRect">
            <a:avLst>
              <a:gd name="adj" fmla="val 12000"/>
            </a:avLst>
          </a:prstGeom>
          <a:solidFill>
            <a:srgbClr val="EEE8F5"/>
          </a:solidFill>
          <a:ln w="9525">
            <a:solidFill>
              <a:srgbClr val="7E6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850" b="1" lang="zh-CN" altLang="en-US">
                <a:solidFill>
                  <a:srgbClr val="1F2933"/>
                </a:solidFill>
                <a:latin typeface="Calibri"/>
                <a:ea typeface="Noto Sans SC Static"/>
              </a:rPr>
              <a:t>摄像头</a:t>
            </a:r>
          </a:p>
          <a:p>
            <a:pPr algn="ctr"/>
            <a:r>
              <a:rPr sz="700" b="0" lang="zh-CN" altLang="en-US">
                <a:solidFill>
                  <a:srgbClr val="52606D"/>
                </a:solidFill>
                <a:latin typeface="Calibri"/>
                <a:ea typeface="Noto Sans SC Static"/>
              </a:rPr>
              <a:t>无人机等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859536" y="3246120"/>
            <a:ext cx="155448" cy="0"/>
          </a:xfrm>
          <a:prstGeom prst="line">
            <a:avLst/>
          </a:prstGeom>
          <a:ln w="12700">
            <a:solidFill>
              <a:srgbClr val="1F293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1014984" y="2990088"/>
            <a:ext cx="585216" cy="512064"/>
          </a:xfrm>
          <a:prstGeom prst="roundRect">
            <a:avLst>
              <a:gd name="adj" fmla="val 12000"/>
            </a:avLst>
          </a:prstGeom>
          <a:solidFill>
            <a:srgbClr val="DDEBF7"/>
          </a:solidFill>
          <a:ln w="9525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850" b="1" lang="zh-CN" altLang="en-US">
                <a:solidFill>
                  <a:srgbClr val="1F2933"/>
                </a:solidFill>
                <a:latin typeface="Calibri"/>
                <a:ea typeface="Noto Sans SC Static"/>
              </a:rPr>
              <a:t>编码器</a:t>
            </a:r>
          </a:p>
          <a:p>
            <a:pPr algn="ctr"/>
            <a:r>
              <a:rPr sz="700" b="0" lang="zh-CN" altLang="en-US">
                <a:solidFill>
                  <a:srgbClr val="52606D"/>
                </a:solidFill>
                <a:latin typeface="Calibri"/>
                <a:ea typeface="Noto Sans SC Static"/>
              </a:rPr>
              <a:t>FPGA，发端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600200" y="3246120"/>
            <a:ext cx="155448" cy="0"/>
          </a:xfrm>
          <a:prstGeom prst="line">
            <a:avLst/>
          </a:prstGeom>
          <a:ln w="12700">
            <a:solidFill>
              <a:srgbClr val="1F293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1755648" y="2990088"/>
            <a:ext cx="585216" cy="512064"/>
          </a:xfrm>
          <a:prstGeom prst="roundRect">
            <a:avLst>
              <a:gd name="adj" fmla="val 12000"/>
            </a:avLst>
          </a:prstGeom>
          <a:solidFill>
            <a:srgbClr val="E8F2E1"/>
          </a:solidFill>
          <a:ln w="9525">
            <a:solidFill>
              <a:srgbClr val="5B8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850" b="1" lang="zh-CN" altLang="en-US">
                <a:solidFill>
                  <a:srgbClr val="1F2933"/>
                </a:solidFill>
                <a:latin typeface="Calibri"/>
                <a:ea typeface="Noto Sans SC Static"/>
              </a:rPr>
              <a:t>无线信道</a:t>
            </a:r>
          </a:p>
          <a:p>
            <a:pPr algn="ctr"/>
            <a:r>
              <a:rPr sz="700" b="0" lang="zh-CN" altLang="en-US">
                <a:solidFill>
                  <a:srgbClr val="52606D"/>
                </a:solidFill>
                <a:latin typeface="Calibri"/>
                <a:ea typeface="Noto Sans SC Static"/>
              </a:rPr>
              <a:t>噪声、衰落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2340864" y="3246120"/>
            <a:ext cx="155448" cy="0"/>
          </a:xfrm>
          <a:prstGeom prst="line">
            <a:avLst/>
          </a:prstGeom>
          <a:ln w="12700">
            <a:solidFill>
              <a:srgbClr val="1F293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2496312" y="2990088"/>
            <a:ext cx="585216" cy="512064"/>
          </a:xfrm>
          <a:prstGeom prst="roundRect">
            <a:avLst>
              <a:gd name="adj" fmla="val 12000"/>
            </a:avLst>
          </a:prstGeom>
          <a:solidFill>
            <a:srgbClr val="DDEBF7"/>
          </a:solidFill>
          <a:ln w="9525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850" b="1" lang="zh-CN" altLang="en-US">
                <a:solidFill>
                  <a:srgbClr val="1F2933"/>
                </a:solidFill>
                <a:latin typeface="Calibri"/>
                <a:ea typeface="Noto Sans SC Static"/>
              </a:rPr>
              <a:t>解码器</a:t>
            </a:r>
          </a:p>
          <a:p>
            <a:pPr algn="ctr"/>
            <a:r>
              <a:rPr sz="700" b="0" lang="zh-CN" altLang="en-US">
                <a:solidFill>
                  <a:srgbClr val="52606D"/>
                </a:solidFill>
                <a:latin typeface="Calibri"/>
                <a:ea typeface="Noto Sans SC Static"/>
              </a:rPr>
              <a:t>FPGA，收端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3081528" y="3246120"/>
            <a:ext cx="155448" cy="0"/>
          </a:xfrm>
          <a:prstGeom prst="line">
            <a:avLst/>
          </a:prstGeom>
          <a:ln w="12700">
            <a:solidFill>
              <a:srgbClr val="1F293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3236976" y="2990088"/>
            <a:ext cx="585216" cy="512064"/>
          </a:xfrm>
          <a:prstGeom prst="roundRect">
            <a:avLst>
              <a:gd name="adj" fmla="val 12000"/>
            </a:avLst>
          </a:prstGeom>
          <a:solidFill>
            <a:srgbClr val="EEE8F5"/>
          </a:solidFill>
          <a:ln w="9525">
            <a:solidFill>
              <a:srgbClr val="7E6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850" b="1" lang="zh-CN" altLang="en-US">
                <a:solidFill>
                  <a:srgbClr val="1F2933"/>
                </a:solidFill>
                <a:latin typeface="Calibri"/>
                <a:ea typeface="Noto Sans SC Static"/>
              </a:rPr>
              <a:t>显示</a:t>
            </a:r>
          </a:p>
          <a:p>
            <a:pPr algn="ctr"/>
            <a:r>
              <a:rPr sz="700" b="0" lang="zh-CN" altLang="en-US">
                <a:solidFill>
                  <a:srgbClr val="52606D"/>
                </a:solidFill>
                <a:latin typeface="Calibri"/>
                <a:ea typeface="Noto Sans SC Static"/>
              </a:rPr>
              <a:t>实时画面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1168" y="3639312"/>
            <a:ext cx="3657600" cy="2880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lang="zh-CN" altLang="en-US">
                <a:solidFill>
                  <a:srgbClr val="000000"/>
                </a:solidFill>
                <a:latin typeface="Calibri"/>
                <a:ea typeface="Noto Sans SC Static"/>
              </a:rPr>
              <a:t>深度联合信源信道编码（DeepJSCC）</a:t>
            </a:r>
            <a:r>
              <a:rPr sz="1100" b="0" i="0" lang="zh-CN" altLang="en-US">
                <a:solidFill>
                  <a:srgbClr val="000000"/>
                </a:solidFill>
                <a:latin typeface="Calibri"/>
                <a:ea typeface="Noto Sans SC Static"/>
              </a:rPr>
              <a:t>用一对卷积神经网络把像素直接映射为信道符号，画质随信噪比平缓变化。</a:t>
            </a:r>
            <a:r>
              <a:rPr sz="1100" b="1" i="0" lang="zh-CN" altLang="en-US">
                <a:solidFill>
                  <a:srgbClr val="000000"/>
                </a:solidFill>
                <a:latin typeface="Calibri"/>
                <a:ea typeface="Noto Sans SC Static"/>
              </a:rPr>
              <a:t>DeepJSCC-Q</a:t>
            </a:r>
            <a:r>
              <a:rPr sz="1100" b="0" i="0" lang="zh-CN" altLang="en-US">
                <a:solidFill>
                  <a:srgbClr val="000000"/>
                </a:solidFill>
                <a:latin typeface="Calibri"/>
                <a:ea typeface="Noto Sans SC Static"/>
              </a:rPr>
              <a:t>（Tung等，JSAIT 2022）进一步把符号约束到QAM星座上，可接入标准数字物理层；但它计算量大，接收端还必须把未经判决的软符号送入解码器。</a:t>
            </a:r>
          </a:p>
          <a:p>
            <a:pPr algn="l">
              <a:spcBef>
                <a:spcPts val="700"/>
              </a:spcBef>
            </a:pPr>
            <a:r>
              <a:rPr sz="1100" b="1" i="0" lang="zh-CN" altLang="en-US">
                <a:solidFill>
                  <a:srgbClr val="000000"/>
                </a:solidFill>
                <a:latin typeface="Calibri"/>
                <a:ea typeface="Noto Sans SC Static"/>
              </a:rPr>
              <a:t>GlideLink</a:t>
            </a:r>
            <a:r>
              <a:rPr sz="1100" b="0" i="0" lang="zh-CN" altLang="en-US">
                <a:solidFill>
                  <a:srgbClr val="000000"/>
                </a:solidFill>
                <a:latin typeface="Calibri"/>
                <a:ea typeface="Noto Sans SC Static"/>
              </a:rPr>
              <a:t>用两块AMD Zynq UltraScale+ MPSoC开发板（PYNQ-ZU）和AD9361射频子卡搭建了完整的实时链路：DeepJSCC-Q编码器、解码器和类802.11a OFDM物理层全部在PL中实现，</a:t>
            </a:r>
            <a:r>
              <a:rPr sz="1100" b="1" i="0" lang="zh-CN" altLang="en-US">
                <a:solidFill>
                  <a:srgbClr val="000000"/>
                </a:solidFill>
                <a:latin typeface="Calibri"/>
                <a:ea typeface="Noto Sans SC Static"/>
              </a:rPr>
              <a:t>经空口以30 fps传输256×256彩色图像</a:t>
            </a:r>
            <a:r>
              <a:rPr sz="1100" b="0" i="0" lang="zh-CN" altLang="en-US">
                <a:solidFill>
                  <a:srgbClr val="000000"/>
                </a:solidFill>
                <a:latin typeface="Calibri"/>
                <a:ea typeface="Noto Sans SC Static"/>
              </a:rPr>
              <a:t>；PS负责取图和射频配置，并在触摸屏上实时显示链路状态。</a:t>
            </a:r>
          </a:p>
          <a:p>
            <a:pPr algn="l">
              <a:spcBef>
                <a:spcPts val="700"/>
              </a:spcBef>
            </a:pPr>
            <a:r>
              <a:rPr sz="1100" b="1" i="0" lang="zh-CN" altLang="en-US">
                <a:solidFill>
                  <a:srgbClr val="000000"/>
                </a:solidFill>
                <a:latin typeface="Calibri"/>
                <a:ea typeface="Noto Sans SC Static"/>
              </a:rPr>
              <a:t>关键技术问题：</a:t>
            </a:r>
            <a:r>
              <a:rPr sz="1100" b="0" i="0" lang="zh-CN" altLang="en-US">
                <a:solidFill>
                  <a:srgbClr val="000000"/>
                </a:solidFill>
                <a:latin typeface="Calibri"/>
                <a:ea typeface="Noto Sans SC Static"/>
              </a:rPr>
              <a:t>每帧1.15 GMAC的神经网络编解码器要以30 fps放进一片FPGA，且权重全部片上；683个符号的长OFDM帧要同步、跟踪到足以直接解码软符号的精度；还要在同一物理层上与JPEG + LDPC做公平的空口对比。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700016" y="1298448"/>
            <a:ext cx="1737360" cy="768096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8A96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54879" y="1325880"/>
            <a:ext cx="162763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 i="0" lang="zh-CN" altLang="en-US">
                <a:solidFill>
                  <a:srgbClr val="000000"/>
                </a:solidFill>
                <a:latin typeface="Calibri"/>
                <a:ea typeface="Noto Sans SC Static"/>
              </a:rPr>
              <a:t>发端板</a:t>
            </a:r>
            <a:r>
              <a:rPr sz="750" b="0" i="0" lang="zh-CN" altLang="en-US">
                <a:solidFill>
                  <a:srgbClr val="52606D"/>
                </a:solidFill>
                <a:latin typeface="Calibri"/>
                <a:ea typeface="Noto Sans SC Static"/>
              </a:rPr>
              <a:t>  PYNQ-ZU (xczu5eg)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745736" y="1481328"/>
            <a:ext cx="713232" cy="530352"/>
          </a:xfrm>
          <a:prstGeom prst="roundRect">
            <a:avLst>
              <a:gd name="adj" fmla="val 12000"/>
            </a:avLst>
          </a:prstGeom>
          <a:solidFill>
            <a:srgbClr val="EEE8F5"/>
          </a:solidFill>
          <a:ln w="9525">
            <a:solidFill>
              <a:srgbClr val="7E6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800" b="1" lang="zh-CN" altLang="en-US">
                <a:solidFill>
                  <a:srgbClr val="1F2933"/>
                </a:solidFill>
                <a:latin typeface="Calibri"/>
                <a:ea typeface="Noto Sans SC Static"/>
              </a:rPr>
              <a:t>PS</a:t>
            </a:r>
          </a:p>
          <a:p>
            <a:pPr algn="ctr"/>
            <a:r>
              <a:rPr sz="650" b="0" lang="zh-CN" altLang="en-US">
                <a:solidFill>
                  <a:srgbClr val="52606D"/>
                </a:solidFill>
                <a:latin typeface="Calibri"/>
                <a:ea typeface="Noto Sans SC Static"/>
              </a:rPr>
              <a:t>4×A53，Linux：取图、射频配置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678424" y="1481328"/>
            <a:ext cx="713232" cy="530352"/>
          </a:xfrm>
          <a:prstGeom prst="roundRect">
            <a:avLst>
              <a:gd name="adj" fmla="val 12000"/>
            </a:avLst>
          </a:prstGeom>
          <a:solidFill>
            <a:srgbClr val="DDEBF7"/>
          </a:solidFill>
          <a:ln w="9525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800" b="1" lang="zh-CN" altLang="en-US">
                <a:solidFill>
                  <a:srgbClr val="1F2933"/>
                </a:solidFill>
                <a:latin typeface="Calibri"/>
                <a:ea typeface="Noto Sans SC Static"/>
              </a:rPr>
              <a:t>PL</a:t>
            </a:r>
          </a:p>
          <a:p>
            <a:pPr algn="ctr"/>
            <a:r>
              <a:rPr sz="650" b="0" lang="zh-CN" altLang="en-US">
                <a:solidFill>
                  <a:srgbClr val="52606D"/>
                </a:solidFill>
                <a:latin typeface="Calibri"/>
                <a:ea typeface="Noto Sans SC Static"/>
              </a:rPr>
              <a:t>CNN编码、OFDM发射、LDPC编码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005072" y="1481328"/>
            <a:ext cx="512064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8A96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800" b="1" lang="zh-CN" altLang="en-US">
                <a:solidFill>
                  <a:srgbClr val="1F2933"/>
                </a:solidFill>
                <a:latin typeface="Calibri"/>
                <a:ea typeface="Noto Sans SC Static"/>
              </a:rPr>
              <a:t>摄像头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4517136" y="1746504"/>
            <a:ext cx="228600" cy="0"/>
          </a:xfrm>
          <a:prstGeom prst="line">
            <a:avLst/>
          </a:prstGeom>
          <a:ln w="12700">
            <a:solidFill>
              <a:srgbClr val="1F293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4425696" y="1609344"/>
            <a:ext cx="36576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 lang="zh-CN" altLang="en-US">
                <a:solidFill>
                  <a:srgbClr val="52606D"/>
                </a:solidFill>
                <a:latin typeface="Calibri"/>
                <a:ea typeface="Noto Sans SC Static"/>
              </a:rPr>
              <a:t>USB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620255" y="1481328"/>
            <a:ext cx="512064" cy="530352"/>
          </a:xfrm>
          <a:prstGeom prst="roundRect">
            <a:avLst>
              <a:gd name="adj" fmla="val 12000"/>
            </a:avLst>
          </a:prstGeom>
          <a:solidFill>
            <a:srgbClr val="E8F2E1"/>
          </a:solidFill>
          <a:ln w="9525">
            <a:solidFill>
              <a:srgbClr val="5B8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800" b="1" lang="zh-CN" altLang="en-US">
                <a:solidFill>
                  <a:srgbClr val="1F2933"/>
                </a:solidFill>
                <a:latin typeface="Calibri"/>
                <a:ea typeface="Noto Sans SC Static"/>
              </a:rPr>
              <a:t>AD9361</a:t>
            </a:r>
          </a:p>
          <a:p>
            <a:pPr algn="ctr"/>
            <a:r>
              <a:rPr sz="600" b="0" lang="zh-CN" altLang="en-US">
                <a:solidFill>
                  <a:srgbClr val="52606D"/>
                </a:solidFill>
                <a:latin typeface="Calibri"/>
                <a:ea typeface="Noto Sans SC Static"/>
              </a:rPr>
              <a:t>射频子卡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5458968" y="1746504"/>
            <a:ext cx="219456" cy="0"/>
          </a:xfrm>
          <a:prstGeom prst="line">
            <a:avLst/>
          </a:prstGeom>
          <a:ln w="12700">
            <a:solidFill>
              <a:srgbClr val="1F2933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6391656" y="1746504"/>
            <a:ext cx="228599" cy="0"/>
          </a:xfrm>
          <a:prstGeom prst="line">
            <a:avLst/>
          </a:prstGeom>
          <a:ln w="12700">
            <a:solidFill>
              <a:srgbClr val="1F293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5404104" y="1609344"/>
            <a:ext cx="32918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 lang="zh-CN" altLang="en-US">
                <a:solidFill>
                  <a:srgbClr val="52606D"/>
                </a:solidFill>
                <a:latin typeface="Calibri"/>
                <a:ea typeface="Noto Sans SC Static"/>
              </a:rPr>
              <a:t>AXI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36792" y="1609344"/>
            <a:ext cx="36576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 lang="zh-CN" altLang="en-US">
                <a:solidFill>
                  <a:srgbClr val="52606D"/>
                </a:solidFill>
                <a:latin typeface="Calibri"/>
                <a:ea typeface="Noto Sans SC Static"/>
              </a:rPr>
              <a:t>FMC</a:t>
            </a:r>
          </a:p>
        </p:txBody>
      </p:sp>
      <p:cxnSp>
        <p:nvCxnSpPr>
          <p:cNvPr id="68" name="Connector 67"/>
          <p:cNvCxnSpPr/>
          <p:nvPr/>
        </p:nvCxnSpPr>
        <p:spPr>
          <a:xfrm flipV="1">
            <a:off x="7196327" y="1572768"/>
            <a:ext cx="0" cy="201168"/>
          </a:xfrm>
          <a:prstGeom prst="line">
            <a:avLst/>
          </a:prstGeom>
          <a:ln w="12700">
            <a:solidFill>
              <a:srgbClr val="1F29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 flipV="1">
            <a:off x="7141464" y="1499616"/>
            <a:ext cx="54863" cy="73152"/>
          </a:xfrm>
          <a:prstGeom prst="line">
            <a:avLst/>
          </a:prstGeom>
          <a:ln w="12700">
            <a:solidFill>
              <a:srgbClr val="1F29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7196327" y="1499616"/>
            <a:ext cx="54864" cy="73152"/>
          </a:xfrm>
          <a:prstGeom prst="line">
            <a:avLst/>
          </a:prstGeom>
          <a:ln w="12700">
            <a:solidFill>
              <a:srgbClr val="1F29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7132319" y="1773936"/>
            <a:ext cx="64008" cy="0"/>
          </a:xfrm>
          <a:prstGeom prst="line">
            <a:avLst/>
          </a:prstGeom>
          <a:ln w="12700">
            <a:solidFill>
              <a:srgbClr val="1F29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ounded Rectangle 71"/>
          <p:cNvSpPr/>
          <p:nvPr/>
        </p:nvSpPr>
        <p:spPr>
          <a:xfrm>
            <a:off x="4700016" y="2395728"/>
            <a:ext cx="1737360" cy="768096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8A96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54879" y="2423160"/>
            <a:ext cx="162763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 i="0" lang="zh-CN" altLang="en-US">
                <a:solidFill>
                  <a:srgbClr val="000000"/>
                </a:solidFill>
                <a:latin typeface="Calibri"/>
                <a:ea typeface="Noto Sans SC Static"/>
              </a:rPr>
              <a:t>收端板</a:t>
            </a:r>
            <a:r>
              <a:rPr sz="750" b="0" i="0" lang="zh-CN" altLang="en-US">
                <a:solidFill>
                  <a:srgbClr val="52606D"/>
                </a:solidFill>
                <a:latin typeface="Calibri"/>
                <a:ea typeface="Noto Sans SC Static"/>
              </a:rPr>
              <a:t>  PYNQ-ZU (xczu5eg)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745736" y="2578608"/>
            <a:ext cx="713232" cy="530352"/>
          </a:xfrm>
          <a:prstGeom prst="roundRect">
            <a:avLst>
              <a:gd name="adj" fmla="val 12000"/>
            </a:avLst>
          </a:prstGeom>
          <a:solidFill>
            <a:srgbClr val="EEE8F5"/>
          </a:solidFill>
          <a:ln w="9525">
            <a:solidFill>
              <a:srgbClr val="7E6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800" b="1" lang="zh-CN" altLang="en-US">
                <a:solidFill>
                  <a:srgbClr val="1F2933"/>
                </a:solidFill>
                <a:latin typeface="Calibri"/>
                <a:ea typeface="Noto Sans SC Static"/>
              </a:rPr>
              <a:t>PS</a:t>
            </a:r>
          </a:p>
          <a:p>
            <a:pPr algn="ctr"/>
            <a:r>
              <a:rPr sz="650" b="0" lang="zh-CN" altLang="en-US">
                <a:solidFill>
                  <a:srgbClr val="52606D"/>
                </a:solidFill>
                <a:latin typeface="Calibri"/>
                <a:ea typeface="Noto Sans SC Static"/>
              </a:rPr>
              <a:t>A53 + Mali-400：界面、网页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678424" y="2578608"/>
            <a:ext cx="713232" cy="530352"/>
          </a:xfrm>
          <a:prstGeom prst="roundRect">
            <a:avLst>
              <a:gd name="adj" fmla="val 12000"/>
            </a:avLst>
          </a:prstGeom>
          <a:solidFill>
            <a:srgbClr val="DDEBF7"/>
          </a:solidFill>
          <a:ln w="9525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800" b="1" lang="zh-CN" altLang="en-US">
                <a:solidFill>
                  <a:srgbClr val="1F2933"/>
                </a:solidFill>
                <a:latin typeface="Calibri"/>
                <a:ea typeface="Noto Sans SC Static"/>
              </a:rPr>
              <a:t>PL</a:t>
            </a:r>
          </a:p>
          <a:p>
            <a:pPr algn="ctr"/>
            <a:r>
              <a:rPr sz="650" b="0" lang="zh-CN" altLang="en-US">
                <a:solidFill>
                  <a:srgbClr val="52606D"/>
                </a:solidFill>
                <a:latin typeface="Calibri"/>
                <a:ea typeface="Noto Sans SC Static"/>
              </a:rPr>
              <a:t>OFDM接收、CNN解码、LDPC译码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005072" y="2578608"/>
            <a:ext cx="512064" cy="246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8A96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750" b="1" lang="zh-CN" altLang="en-US">
                <a:solidFill>
                  <a:srgbClr val="1F2933"/>
                </a:solidFill>
                <a:latin typeface="Calibri"/>
                <a:ea typeface="Noto Sans SC Static"/>
              </a:rPr>
              <a:t>触摸屏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005072" y="2862072"/>
            <a:ext cx="512064" cy="246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8A96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750" b="1" lang="zh-CN" altLang="en-US">
                <a:solidFill>
                  <a:srgbClr val="1F2933"/>
                </a:solidFill>
                <a:latin typeface="Calibri"/>
                <a:ea typeface="Noto Sans SC Static"/>
              </a:rPr>
              <a:t>手机</a:t>
            </a:r>
          </a:p>
        </p:txBody>
      </p:sp>
      <p:cxnSp>
        <p:nvCxnSpPr>
          <p:cNvPr id="78" name="Connector 77"/>
          <p:cNvCxnSpPr/>
          <p:nvPr/>
        </p:nvCxnSpPr>
        <p:spPr>
          <a:xfrm flipH="1">
            <a:off x="4517136" y="2702052"/>
            <a:ext cx="228600" cy="0"/>
          </a:xfrm>
          <a:prstGeom prst="line">
            <a:avLst/>
          </a:prstGeom>
          <a:ln w="12700">
            <a:solidFill>
              <a:srgbClr val="1F293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4425696" y="2564892"/>
            <a:ext cx="36576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 lang="zh-CN" altLang="en-US">
                <a:solidFill>
                  <a:srgbClr val="52606D"/>
                </a:solidFill>
                <a:latin typeface="Calibri"/>
                <a:ea typeface="Noto Sans SC Static"/>
              </a:rPr>
              <a:t>DP</a:t>
            </a:r>
          </a:p>
        </p:txBody>
      </p:sp>
      <p:cxnSp>
        <p:nvCxnSpPr>
          <p:cNvPr id="80" name="Connector 79"/>
          <p:cNvCxnSpPr/>
          <p:nvPr/>
        </p:nvCxnSpPr>
        <p:spPr>
          <a:xfrm flipH="1">
            <a:off x="4517136" y="2985516"/>
            <a:ext cx="228600" cy="0"/>
          </a:xfrm>
          <a:prstGeom prst="line">
            <a:avLst/>
          </a:prstGeom>
          <a:ln w="12700">
            <a:solidFill>
              <a:srgbClr val="1F2933"/>
            </a:solidFill>
            <a:prstDash val="dash"/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4425696" y="2848356"/>
            <a:ext cx="36576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 lang="zh-CN" altLang="en-US">
                <a:solidFill>
                  <a:srgbClr val="52606D"/>
                </a:solidFill>
                <a:latin typeface="Calibri"/>
                <a:ea typeface="Noto Sans SC Static"/>
              </a:rPr>
              <a:t>Wi-Fi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620255" y="2578608"/>
            <a:ext cx="512064" cy="530352"/>
          </a:xfrm>
          <a:prstGeom prst="roundRect">
            <a:avLst>
              <a:gd name="adj" fmla="val 12000"/>
            </a:avLst>
          </a:prstGeom>
          <a:solidFill>
            <a:srgbClr val="E8F2E1"/>
          </a:solidFill>
          <a:ln w="9525">
            <a:solidFill>
              <a:srgbClr val="5B8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800" b="1" lang="zh-CN" altLang="en-US">
                <a:solidFill>
                  <a:srgbClr val="1F2933"/>
                </a:solidFill>
                <a:latin typeface="Calibri"/>
                <a:ea typeface="Noto Sans SC Static"/>
              </a:rPr>
              <a:t>AD9361</a:t>
            </a:r>
          </a:p>
          <a:p>
            <a:pPr algn="ctr"/>
            <a:r>
              <a:rPr sz="600" b="0" lang="zh-CN" altLang="en-US">
                <a:solidFill>
                  <a:srgbClr val="52606D"/>
                </a:solidFill>
                <a:latin typeface="Calibri"/>
                <a:ea typeface="Noto Sans SC Static"/>
              </a:rPr>
              <a:t>射频子卡</a:t>
            </a:r>
          </a:p>
        </p:txBody>
      </p:sp>
      <p:cxnSp>
        <p:nvCxnSpPr>
          <p:cNvPr id="83" name="Connector 82"/>
          <p:cNvCxnSpPr/>
          <p:nvPr/>
        </p:nvCxnSpPr>
        <p:spPr>
          <a:xfrm flipH="1">
            <a:off x="5458968" y="2843784"/>
            <a:ext cx="219456" cy="0"/>
          </a:xfrm>
          <a:prstGeom prst="line">
            <a:avLst/>
          </a:prstGeom>
          <a:ln w="12700">
            <a:solidFill>
              <a:srgbClr val="1F2933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>
            <a:off x="6391656" y="2843784"/>
            <a:ext cx="228599" cy="0"/>
          </a:xfrm>
          <a:prstGeom prst="line">
            <a:avLst/>
          </a:prstGeom>
          <a:ln w="12700">
            <a:solidFill>
              <a:srgbClr val="1F293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5404104" y="2706624"/>
            <a:ext cx="32918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 lang="zh-CN" altLang="en-US">
                <a:solidFill>
                  <a:srgbClr val="52606D"/>
                </a:solidFill>
                <a:latin typeface="Calibri"/>
                <a:ea typeface="Noto Sans SC Static"/>
              </a:rPr>
              <a:t>AXI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336792" y="2706624"/>
            <a:ext cx="36576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 lang="zh-CN" altLang="en-US">
                <a:solidFill>
                  <a:srgbClr val="52606D"/>
                </a:solidFill>
                <a:latin typeface="Calibri"/>
                <a:ea typeface="Noto Sans SC Static"/>
              </a:rPr>
              <a:t>FMC</a:t>
            </a:r>
          </a:p>
        </p:txBody>
      </p:sp>
      <p:cxnSp>
        <p:nvCxnSpPr>
          <p:cNvPr id="87" name="Connector 86"/>
          <p:cNvCxnSpPr/>
          <p:nvPr/>
        </p:nvCxnSpPr>
        <p:spPr>
          <a:xfrm flipV="1">
            <a:off x="7196327" y="2670048"/>
            <a:ext cx="0" cy="201168"/>
          </a:xfrm>
          <a:prstGeom prst="line">
            <a:avLst/>
          </a:prstGeom>
          <a:ln w="12700">
            <a:solidFill>
              <a:srgbClr val="1F29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H="1" flipV="1">
            <a:off x="7141464" y="2596896"/>
            <a:ext cx="54863" cy="73152"/>
          </a:xfrm>
          <a:prstGeom prst="line">
            <a:avLst/>
          </a:prstGeom>
          <a:ln w="12700">
            <a:solidFill>
              <a:srgbClr val="1F29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7196327" y="2596896"/>
            <a:ext cx="54864" cy="73152"/>
          </a:xfrm>
          <a:prstGeom prst="line">
            <a:avLst/>
          </a:prstGeom>
          <a:ln w="12700">
            <a:solidFill>
              <a:srgbClr val="1F29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7132319" y="2871216"/>
            <a:ext cx="64008" cy="0"/>
          </a:xfrm>
          <a:prstGeom prst="line">
            <a:avLst/>
          </a:prstGeom>
          <a:ln w="12700">
            <a:solidFill>
              <a:srgbClr val="1F29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6876288" y="2011679"/>
            <a:ext cx="0" cy="566929"/>
          </a:xfrm>
          <a:prstGeom prst="line">
            <a:avLst/>
          </a:prstGeom>
          <a:ln w="22225">
            <a:solidFill>
              <a:srgbClr val="C8602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6912864" y="2103120"/>
            <a:ext cx="7315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 lang="zh-CN" altLang="en-US">
                <a:solidFill>
                  <a:srgbClr val="C8602A"/>
                </a:solidFill>
                <a:latin typeface="Calibri"/>
                <a:ea typeface="Noto Sans SC Static"/>
              </a:rPr>
              <a:t>空口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5102351" y="2011679"/>
            <a:ext cx="0" cy="566929"/>
          </a:xfrm>
          <a:prstGeom prst="line">
            <a:avLst/>
          </a:prstGeom>
          <a:ln w="12700">
            <a:solidFill>
              <a:srgbClr val="52606D"/>
            </a:solidFill>
            <a:prstDash val="dash"/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5148071" y="2103120"/>
            <a:ext cx="128016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 lang="zh-CN" altLang="en-US">
                <a:solidFill>
                  <a:srgbClr val="52606D"/>
                </a:solidFill>
                <a:latin typeface="Calibri"/>
                <a:ea typeface="Noto Sans SC Static"/>
              </a:rPr>
              <a:t>以太网：TX预览图、控制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269480" y="1325880"/>
            <a:ext cx="274320" cy="1828800"/>
          </a:xfrm>
          <a:prstGeom prst="rect">
            <a:avLst/>
          </a:prstGeom>
          <a:noFill/>
        </p:spPr>
        <p:txBody>
          <a:bodyPr wrap="square" lIns="0" rIns="0" tIns="0" bIns="0" anchor="ctr" vert="eaVert">
            <a:spAutoFit/>
          </a:bodyPr>
          <a:lstStyle/>
          <a:p>
            <a:pPr algn="ctr"/>
            <a:r>
              <a:rPr sz="1200" b="1" i="0" lang="zh-CN" altLang="en-US">
                <a:solidFill>
                  <a:srgbClr val="000000"/>
                </a:solidFill>
                <a:latin typeface="Calibri"/>
                <a:ea typeface="Noto Sans SC Static"/>
              </a:rPr>
              <a:t>系统组成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005072" y="3264408"/>
            <a:ext cx="3611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lang="zh-CN" altLang="en-US">
                <a:solidFill>
                  <a:srgbClr val="000000"/>
                </a:solidFill>
                <a:latin typeface="Calibri"/>
                <a:ea typeface="Noto Sans SC Static"/>
              </a:rPr>
              <a:t>关键创新点与解决的技术问题</a:t>
            </a:r>
          </a:p>
        </p:txBody>
      </p:sp>
      <p:pic>
        <p:nvPicPr>
          <p:cNvPr id="97" name="Picture 96" descr="gui_phy_p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49824" y="5394960"/>
            <a:ext cx="2121408" cy="1151858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4005072" y="3566160"/>
            <a:ext cx="36118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lang="zh-CN" altLang="en-US">
                <a:solidFill>
                  <a:srgbClr val="000000"/>
                </a:solidFill>
                <a:latin typeface="Calibri"/>
                <a:ea typeface="Noto Sans SC Static"/>
              </a:rPr>
              <a:t>1. 流式CNN加速器：</a:t>
            </a:r>
            <a:r>
              <a:rPr sz="1100" b="0" i="0" lang="zh-CN" altLang="en-US">
                <a:solidFill>
                  <a:srgbClr val="000000"/>
                </a:solidFill>
                <a:latin typeface="Calibri"/>
                <a:ea typeface="Noto Sans SC Static"/>
              </a:rPr>
              <a:t>W8A12整数运算，64个卷积引擎组成层流水，运行于250 MHz；权重与激活全部片上存储，不访问DDR。</a:t>
            </a:r>
          </a:p>
          <a:p>
            <a:pPr algn="l">
              <a:spcBef>
                <a:spcPts val="500"/>
              </a:spcBef>
            </a:pPr>
            <a:r>
              <a:rPr sz="1100" b="1" i="0" lang="zh-CN" altLang="en-US">
                <a:solidFill>
                  <a:srgbClr val="000000"/>
                </a:solidFill>
                <a:latin typeface="Calibri"/>
                <a:ea typeface="Noto Sans SC Static"/>
              </a:rPr>
              <a:t>2. 非对称浅层解码器：</a:t>
            </a:r>
            <a:r>
              <a:rPr sz="1100" b="0" i="0" lang="zh-CN" altLang="en-US">
                <a:solidFill>
                  <a:srgbClr val="000000"/>
                </a:solidFill>
                <a:latin typeface="Calibri"/>
                <a:ea typeface="Noto Sans SC Static"/>
              </a:rPr>
              <a:t>与编码器联合训练，乘加量降为原解码器的1/102；卷积工作量是已发表FPGA DeepJSCC实现（GLOBECOM 2025）的5.2倍，DSP和BRAM用量却更少。</a:t>
            </a:r>
          </a:p>
          <a:p>
            <a:pPr algn="l">
              <a:spcBef>
                <a:spcPts val="500"/>
              </a:spcBef>
            </a:pPr>
            <a:r>
              <a:rPr sz="1100" b="1" i="0" lang="zh-CN" altLang="en-US">
                <a:solidFill>
                  <a:srgbClr val="000000"/>
                </a:solidFill>
                <a:latin typeface="Calibri"/>
                <a:ea typeface="Noto Sans SC Static"/>
              </a:rPr>
              <a:t>3. 软符号OFDM物理层：</a:t>
            </a:r>
            <a:r>
              <a:rPr sz="1100" b="0" i="0" lang="zh-CN" altLang="en-US">
                <a:solidFill>
                  <a:srgbClr val="000000"/>
                </a:solidFill>
                <a:latin typeface="Calibri"/>
                <a:ea typeface="Noto Sans SC Static"/>
              </a:rPr>
              <a:t>683个符号的长帧、PN扰码、二阶SFO/CPE跟踪；均衡后的I/Q不经判决直接送入解码器。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005072" y="5468112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lang="zh-CN" altLang="en-US">
                <a:solidFill>
                  <a:srgbClr val="000000"/>
                </a:solidFill>
                <a:latin typeface="Calibri"/>
                <a:ea typeface="Noto Sans SC Static"/>
              </a:rPr>
              <a:t>4. 完整演示系统：</a:t>
            </a:r>
            <a:r>
              <a:rPr sz="1100" b="0" i="0" lang="zh-CN" altLang="en-US">
                <a:solidFill>
                  <a:srgbClr val="000000"/>
                </a:solidFill>
                <a:latin typeface="Calibri"/>
                <a:ea typeface="Noto Sans SC Static"/>
              </a:rPr>
              <a:t>从摄像头到触摸屏，实时显示PSNR和星座图，并用Mali-400 GPU绘制信道三维图。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61120" y="1938528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lang="zh-CN" altLang="en-US">
                <a:solidFill>
                  <a:srgbClr val="000000"/>
                </a:solidFill>
                <a:latin typeface="Calibri"/>
                <a:ea typeface="Noto Sans SC Static"/>
              </a:rPr>
              <a:t>空口实测PSNR（DIV2K 0802，每幅图32,768个64QAM符号）</a:t>
            </a:r>
          </a:p>
        </p:txBody>
      </p:sp>
      <p:graphicFrame>
        <p:nvGraphicFramePr>
          <p:cNvPr id="101" name="Chart 100"/>
          <p:cNvGraphicFramePr>
            <a:graphicFrameLocks noGrp="1"/>
          </p:cNvGraphicFramePr>
          <p:nvPr/>
        </p:nvGraphicFramePr>
        <p:xfrm>
          <a:off x="8915400" y="2103120"/>
          <a:ext cx="3200400" cy="1645920"/>
        </p:xfrm>
        <a:graphic>
          <a:graphicData uri="http://schemas.openxmlformats.org/drawingml/2006/chart">
            <c:chart xmlns:c="http://schemas.openxmlformats.org/drawingml/2006/chart" r:id="rId12"/>
          </a:graphicData>
        </a:graphic>
      </p:graphicFrame>
      <p:sp>
        <p:nvSpPr>
          <p:cNvPr id="102" name="TextBox 101"/>
          <p:cNvSpPr txBox="1"/>
          <p:nvPr/>
        </p:nvSpPr>
        <p:spPr>
          <a:xfrm>
            <a:off x="8458200" y="3813048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 lang="zh-CN" altLang="en-US">
                <a:solidFill>
                  <a:srgbClr val="000000"/>
                </a:solidFill>
                <a:latin typeface="Calibri"/>
                <a:ea typeface="Noto Sans SC Static"/>
              </a:rPr>
              <a:t>DeepJSCC-Q在高SNR时比JPEG + LDPC高</a:t>
            </a:r>
            <a:r>
              <a:rPr sz="1100" b="1" i="0" lang="zh-CN" altLang="en-US">
                <a:solidFill>
                  <a:srgbClr val="000000"/>
                </a:solidFill>
                <a:latin typeface="Calibri"/>
                <a:ea typeface="Noto Sans SC Static"/>
              </a:rPr>
              <a:t>2.8 dB</a:t>
            </a:r>
            <a:r>
              <a:rPr sz="1100" b="0" i="0" lang="zh-CN" altLang="en-US">
                <a:solidFill>
                  <a:srgbClr val="000000"/>
                </a:solidFill>
                <a:latin typeface="Calibri"/>
                <a:ea typeface="Noto Sans SC Static"/>
              </a:rPr>
              <a:t>，SNR降到2.9 dB时仍有</a:t>
            </a:r>
            <a:r>
              <a:rPr sz="1100" b="1" i="0" lang="zh-CN" altLang="en-US">
                <a:solidFill>
                  <a:srgbClr val="000000"/>
                </a:solidFill>
                <a:latin typeface="Calibri"/>
                <a:ea typeface="Noto Sans SC Static"/>
              </a:rPr>
              <a:t>23.5 dB</a:t>
            </a:r>
            <a:r>
              <a:rPr sz="1100" b="0" i="0" lang="zh-CN" altLang="en-US">
                <a:solidFill>
                  <a:srgbClr val="000000"/>
                </a:solidFill>
                <a:latin typeface="Calibri"/>
                <a:ea typeface="Noto Sans SC Static"/>
              </a:rPr>
              <a:t>；基线在16～19.5 dB处断崖式失效。</a:t>
            </a:r>
          </a:p>
        </p:txBody>
      </p:sp>
      <p:pic>
        <p:nvPicPr>
          <p:cNvPr id="103" name="Picture 102" descr="strip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58200" y="4370832"/>
            <a:ext cx="3657600" cy="1423416"/>
          </a:xfrm>
          <a:prstGeom prst="rect">
            <a:avLst/>
          </a:prstGeom>
        </p:spPr>
      </p:pic>
      <p:sp>
        <p:nvSpPr>
          <p:cNvPr id="104" name="TextBox 103"/>
          <p:cNvSpPr txBox="1"/>
          <p:nvPr/>
        </p:nvSpPr>
        <p:spPr>
          <a:xfrm>
            <a:off x="8458200" y="5833872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lang="zh-CN" altLang="en-US">
                <a:solidFill>
                  <a:srgbClr val="000000"/>
                </a:solidFill>
                <a:latin typeface="Calibri"/>
                <a:ea typeface="Noto Sans SC Static"/>
              </a:rPr>
              <a:t>30 fps</a:t>
            </a:r>
            <a:r>
              <a:rPr sz="1000" b="0" i="0" lang="zh-CN" altLang="en-US">
                <a:solidFill>
                  <a:srgbClr val="000000"/>
                </a:solidFill>
                <a:latin typeface="Calibri"/>
                <a:ea typeface="Noto Sans SC Static"/>
              </a:rPr>
              <a:t>连续运行10分钟（18,020帧），PL内端到端时延</a:t>
            </a:r>
            <a:r>
              <a:rPr sz="1000" b="1" i="0" lang="zh-CN" altLang="en-US">
                <a:solidFill>
                  <a:srgbClr val="000000"/>
                </a:solidFill>
                <a:latin typeface="Calibri"/>
                <a:ea typeface="Noto Sans SC Static"/>
              </a:rPr>
              <a:t>67.5 ms</a:t>
            </a:r>
          </a:p>
        </p:txBody>
      </p:sp>
      <p:graphicFrame>
        <p:nvGraphicFramePr>
          <p:cNvPr id="105" name="Table 104"/>
          <p:cNvGraphicFramePr>
            <a:graphicFrameLocks noGrp="1"/>
          </p:cNvGraphicFramePr>
          <p:nvPr/>
        </p:nvGraphicFramePr>
        <p:xfrm>
          <a:off x="8458200" y="6035040"/>
          <a:ext cx="3657600" cy="384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685800"/>
                <a:gridCol w="640080"/>
                <a:gridCol w="457200"/>
                <a:gridCol w="685800"/>
                <a:gridCol w="685800"/>
              </a:tblGrid>
              <a:tr h="128016">
                <a:tc>
                  <a:txBody>
                    <a:bodyPr/>
                    <a:lstStyle/>
                    <a:p>
                      <a:pPr algn="ctr"/>
                      <a:r>
                        <a:rPr sz="850" b="1" lang="zh-CN" altLang="en-US">
                          <a:solidFill>
                            <a:srgbClr val="000000"/>
                          </a:solidFill>
                          <a:latin typeface="Calibri"/>
                          <a:ea typeface="Noto Sans SC Static"/>
                        </a:rPr>
                        <a:t>工程</a:t>
                      </a:r>
                    </a:p>
                  </a:txBody>
                  <a:tcPr marL="27432" marR="27432" marT="0" marB="0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lang="zh-CN" altLang="en-US">
                          <a:solidFill>
                            <a:srgbClr val="000000"/>
                          </a:solidFill>
                          <a:latin typeface="Calibri"/>
                          <a:ea typeface="Noto Sans SC Static"/>
                        </a:rPr>
                        <a:t>LUT</a:t>
                      </a:r>
                    </a:p>
                  </a:txBody>
                  <a:tcPr marL="27432" marR="27432" marT="0" marB="0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lang="zh-CN" altLang="en-US">
                          <a:solidFill>
                            <a:srgbClr val="000000"/>
                          </a:solidFill>
                          <a:latin typeface="Calibri"/>
                          <a:ea typeface="Noto Sans SC Static"/>
                        </a:rPr>
                        <a:t>BRAM36</a:t>
                      </a:r>
                    </a:p>
                  </a:txBody>
                  <a:tcPr marL="27432" marR="27432" marT="0" marB="0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lang="zh-CN" altLang="en-US">
                          <a:solidFill>
                            <a:srgbClr val="000000"/>
                          </a:solidFill>
                          <a:latin typeface="Calibri"/>
                          <a:ea typeface="Noto Sans SC Static"/>
                        </a:rPr>
                        <a:t>DSP</a:t>
                      </a:r>
                    </a:p>
                  </a:txBody>
                  <a:tcPr marL="27432" marR="27432" marT="0" marB="0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lang="zh-CN" altLang="en-US">
                          <a:solidFill>
                            <a:srgbClr val="000000"/>
                          </a:solidFill>
                          <a:latin typeface="Calibri"/>
                          <a:ea typeface="Noto Sans SC Static"/>
                        </a:rPr>
                        <a:t>WNS (ns)</a:t>
                      </a:r>
                    </a:p>
                  </a:txBody>
                  <a:tcPr marL="27432" marR="27432" marT="0" marB="0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lang="zh-CN" altLang="en-US">
                          <a:solidFill>
                            <a:srgbClr val="000000"/>
                          </a:solidFill>
                          <a:latin typeface="Calibri"/>
                          <a:ea typeface="Noto Sans SC Static"/>
                        </a:rPr>
                        <a:t>功耗*</a:t>
                      </a:r>
                    </a:p>
                  </a:txBody>
                  <a:tcPr marL="27432" marR="27432" marT="0" marB="0">
                    <a:solidFill>
                      <a:srgbClr val="DDEBF7"/>
                    </a:solidFill>
                  </a:tcPr>
                </a:tc>
              </a:tr>
              <a:tr h="128016">
                <a:tc>
                  <a:txBody>
                    <a:bodyPr/>
                    <a:lstStyle/>
                    <a:p>
                      <a:pPr algn="ctr"/>
                      <a:r>
                        <a:rPr sz="850" b="0" lang="zh-CN" altLang="en-US">
                          <a:solidFill>
                            <a:srgbClr val="000000"/>
                          </a:solidFill>
                          <a:latin typeface="Calibri"/>
                          <a:ea typeface="Noto Sans SC Static"/>
                        </a:rPr>
                        <a:t>TX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lang="zh-CN" altLang="en-US">
                          <a:solidFill>
                            <a:srgbClr val="000000"/>
                          </a:solidFill>
                          <a:latin typeface="Calibri"/>
                          <a:ea typeface="Noto Sans SC Static"/>
                        </a:rPr>
                        <a:t>54,241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lang="zh-CN" altLang="en-US">
                          <a:solidFill>
                            <a:srgbClr val="000000"/>
                          </a:solidFill>
                          <a:latin typeface="Calibri"/>
                          <a:ea typeface="Noto Sans SC Static"/>
                        </a:rPr>
                        <a:t>104.5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lang="zh-CN" altLang="en-US">
                          <a:solidFill>
                            <a:srgbClr val="000000"/>
                          </a:solidFill>
                          <a:latin typeface="Calibri"/>
                          <a:ea typeface="Noto Sans SC Static"/>
                        </a:rPr>
                        <a:t>243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lang="zh-CN" altLang="en-US">
                          <a:solidFill>
                            <a:srgbClr val="000000"/>
                          </a:solidFill>
                          <a:latin typeface="Calibri"/>
                          <a:ea typeface="Noto Sans SC Static"/>
                        </a:rPr>
                        <a:t>+0.082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lang="zh-CN" altLang="en-US">
                          <a:solidFill>
                            <a:srgbClr val="000000"/>
                          </a:solidFill>
                          <a:latin typeface="Calibri"/>
                          <a:ea typeface="Noto Sans SC Static"/>
                        </a:rPr>
                        <a:t>3.07 W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</a:tcPr>
                </a:tc>
              </a:tr>
              <a:tr h="128016">
                <a:tc>
                  <a:txBody>
                    <a:bodyPr/>
                    <a:lstStyle/>
                    <a:p>
                      <a:pPr algn="ctr"/>
                      <a:r>
                        <a:rPr sz="850" b="0" lang="zh-CN" altLang="en-US">
                          <a:solidFill>
                            <a:srgbClr val="000000"/>
                          </a:solidFill>
                          <a:latin typeface="Calibri"/>
                          <a:ea typeface="Noto Sans SC Static"/>
                        </a:rPr>
                        <a:t>RX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lang="zh-CN" altLang="en-US">
                          <a:solidFill>
                            <a:srgbClr val="000000"/>
                          </a:solidFill>
                          <a:latin typeface="Calibri"/>
                          <a:ea typeface="Noto Sans SC Static"/>
                        </a:rPr>
                        <a:t>63,699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lang="zh-CN" altLang="en-US">
                          <a:solidFill>
                            <a:srgbClr val="000000"/>
                          </a:solidFill>
                          <a:latin typeface="Calibri"/>
                          <a:ea typeface="Noto Sans SC Static"/>
                        </a:rPr>
                        <a:t>65.5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lang="zh-CN" altLang="en-US">
                          <a:solidFill>
                            <a:srgbClr val="000000"/>
                          </a:solidFill>
                          <a:latin typeface="Calibri"/>
                          <a:ea typeface="Noto Sans SC Static"/>
                        </a:rPr>
                        <a:t>133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lang="zh-CN" altLang="en-US">
                          <a:solidFill>
                            <a:srgbClr val="000000"/>
                          </a:solidFill>
                          <a:latin typeface="Calibri"/>
                          <a:ea typeface="Noto Sans SC Static"/>
                        </a:rPr>
                        <a:t>+0.307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lang="zh-CN" altLang="en-US">
                          <a:solidFill>
                            <a:srgbClr val="000000"/>
                          </a:solidFill>
                          <a:latin typeface="Calibri"/>
                          <a:ea typeface="Noto Sans SC Static"/>
                        </a:rPr>
                        <a:t>3.44 W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6" name="TextBox 105"/>
          <p:cNvSpPr txBox="1"/>
          <p:nvPr/>
        </p:nvSpPr>
        <p:spPr>
          <a:xfrm>
            <a:off x="8458200" y="6437376"/>
            <a:ext cx="28346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 lang="zh-CN" altLang="en-US">
                <a:solidFill>
                  <a:srgbClr val="52606D"/>
                </a:solidFill>
                <a:latin typeface="Calibri"/>
                <a:ea typeface="Noto Sans SC Static"/>
              </a:rPr>
              <a:t>* 功耗为实测值，含PS、PL与DDR；资源为xczu5eg布局布线后结果</a:t>
            </a:r>
          </a:p>
        </p:txBody>
      </p:sp>
    </p:spTree>
    <p:extLst>
      <p:ext uri="{BB962C8B-B14F-4D97-AF65-F5344CB8AC3E}">
        <p14:creationId xmlns:p14="http://schemas.microsoft.com/office/powerpoint/2010/main" val="1777069741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AMD Corporate Template_Dark">
  <a:themeElements>
    <a:clrScheme name="AMD Corporate">
      <a:dk1>
        <a:srgbClr val="000000"/>
      </a:dk1>
      <a:lt1>
        <a:srgbClr val="FFFFFF"/>
      </a:lt1>
      <a:dk2>
        <a:srgbClr val="5E5E5E"/>
      </a:dk2>
      <a:lt2>
        <a:srgbClr val="9D9FA2"/>
      </a:lt2>
      <a:accent1>
        <a:srgbClr val="636466"/>
      </a:accent1>
      <a:accent2>
        <a:srgbClr val="9D9FA2"/>
      </a:accent2>
      <a:accent3>
        <a:srgbClr val="EAEAEA"/>
      </a:accent3>
      <a:accent4>
        <a:srgbClr val="F26522"/>
      </a:accent4>
      <a:accent5>
        <a:srgbClr val="ED1C24"/>
      </a:accent5>
      <a:accent6>
        <a:srgbClr val="007C97"/>
      </a:accent6>
      <a:hlink>
        <a:srgbClr val="D5D5D5"/>
      </a:hlink>
      <a:folHlink>
        <a:srgbClr val="A9A9A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solidFill>
            <a:schemeClr val="accent2"/>
          </a:solidFill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18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buClr>
            <a:schemeClr val="accent1"/>
          </a:buClr>
          <a:buSzPct val="60000"/>
          <a:defRPr sz="18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7" id="{94DDD171-3649-784B-8DFF-0523AEB0E1C6}" vid="{59C6D40F-03E9-B54A-84C3-8AA20355910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TemplafyTemplateConfiguration><![CDATA[{"elementsMetadata":[],"transformationConfigurations":[{"colorTheme":"{{DataSources.ColorThemes[\"Corporate\"].ColorTheme}}","disableUpdates":false,"type":"colorTheme"}],"enableDocumentContentUpdater":true,"version":"2.0"}]]></TemplafyTemplateConfiguration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8A2EBC6E34694C80F43E94FCA993B5" ma:contentTypeVersion="14" ma:contentTypeDescription="Create a new document." ma:contentTypeScope="" ma:versionID="1a7ced39ac191f9ec8deffde533b0c1c">
  <xsd:schema xmlns:xsd="http://www.w3.org/2001/XMLSchema" xmlns:xs="http://www.w3.org/2001/XMLSchema" xmlns:p="http://schemas.microsoft.com/office/2006/metadata/properties" xmlns:ns1="http://schemas.microsoft.com/sharepoint/v3" xmlns:ns2="e4aa919a-b200-49cb-beca-4c7e0810321e" xmlns:ns3="06670dda-0291-4061-b6e0-f6c0cb392c51" targetNamespace="http://schemas.microsoft.com/office/2006/metadata/properties" ma:root="true" ma:fieldsID="bedea8c8816a4e5934c808becd103583" ns1:_="" ns2:_="" ns3:_="">
    <xsd:import namespace="http://schemas.microsoft.com/sharepoint/v3"/>
    <xsd:import namespace="e4aa919a-b200-49cb-beca-4c7e0810321e"/>
    <xsd:import namespace="06670dda-0291-4061-b6e0-f6c0cb392c5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aa919a-b200-49cb-beca-4c7e081032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670dda-0291-4061-b6e0-f6c0cb392c51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MediaServiceKeyPoints xmlns="e4aa919a-b200-49cb-beca-4c7e0810321e" xsi:nil="true"/>
  </documentManagement>
</p:properties>
</file>

<file path=customXml/item5.xml><?xml version="1.0" encoding="utf-8"?>
<TemplafyFormConfiguration><![CDATA[{"formFields":[{"required":false,"placeholder":"Title | Date | Security Setting","lines":1,"shareValue":false,"type":"textBox","name":"Footer","label":"Enter footer description","fullyQualifiedName":"Footer"}],"formDataEntries":[]}]]></TemplafyFormConfiguration>
</file>

<file path=customXml/itemProps1.xml><?xml version="1.0" encoding="utf-8"?>
<ds:datastoreItem xmlns:ds="http://schemas.openxmlformats.org/officeDocument/2006/customXml" ds:itemID="{6291F803-2EF0-4E47-96D6-4796950CE6BD}">
  <ds:schemaRefs/>
</ds:datastoreItem>
</file>

<file path=customXml/itemProps2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BB3C309-8520-4616-80FC-2CB10D5B83A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e4aa919a-b200-49cb-beca-4c7e0810321e"/>
    <ds:schemaRef ds:uri="06670dda-0291-4061-b6e0-f6c0cb392c5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F990F116-B58F-4255-B05B-DA3808E0E5C6}">
  <ds:schemaRefs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e4aa919a-b200-49cb-beca-4c7e0810321e"/>
    <ds:schemaRef ds:uri="http://purl.org/dc/elements/1.1/"/>
    <ds:schemaRef ds:uri="http://schemas.microsoft.com/office/2006/metadata/properties"/>
    <ds:schemaRef ds:uri="06670dda-0291-4061-b6e0-f6c0cb392c51"/>
    <ds:schemaRef ds:uri="http://schemas.microsoft.com/office/2006/documentManagement/types"/>
    <ds:schemaRef ds:uri="http://purl.org/dc/terms/"/>
    <ds:schemaRef ds:uri="http://schemas.microsoft.com/sharepoint/v3"/>
    <ds:schemaRef ds:uri="http://www.w3.org/XML/1998/namespace"/>
  </ds:schemaRefs>
</ds:datastoreItem>
</file>

<file path=customXml/itemProps5.xml><?xml version="1.0" encoding="utf-8"?>
<ds:datastoreItem xmlns:ds="http://schemas.openxmlformats.org/officeDocument/2006/customXml" ds:itemID="{43BC5722-1D5B-4915-8247-E6D5F513E549}">
  <ds:schemaRefs/>
</ds:datastoreItem>
</file>

<file path=docMetadata/LabelInfo.xml><?xml version="1.0" encoding="utf-8"?>
<clbl:labelList xmlns:clbl="http://schemas.microsoft.com/office/2020/mipLabelMetadata">
  <clbl:label id="{5bd4f1f7-d4b1-4cbd-af48-dd17bd0768d5}" enabled="1" method="Privileged" siteId="{3dd8961f-e488-4e60-8e11-a82d994e183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AMD Corporate Template_Dark</Template>
  <TotalTime>2133</TotalTime>
  <Words>454</Words>
  <Application>Microsoft Office PowerPoint</Application>
  <PresentationFormat>Widescreen</PresentationFormat>
  <Paragraphs>60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微软雅黑</vt:lpstr>
      <vt:lpstr>Aharoni</vt:lpstr>
      <vt:lpstr>Arial</vt:lpstr>
      <vt:lpstr>Calibri</vt:lpstr>
      <vt:lpstr>Consolas</vt:lpstr>
      <vt:lpstr>Segoe UI</vt:lpstr>
      <vt:lpstr>Times New Roman</vt:lpstr>
      <vt:lpstr>AMD Corporate Template_Dark</vt:lpstr>
      <vt:lpstr>INTRODUCTION</vt:lpstr>
    </vt:vector>
  </TitlesOfParts>
  <Manager>&lt;Comms manager name here&gt;</Manager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AMD Corporate Powerpoint Template</dc:subject>
  <dc:creator>Federico Gasquet</dc:creator>
  <cp:keywords>AMD Corporate Powerpoint Template</cp:keywords>
  <dc:description/>
  <cp:lastModifiedBy>Chen, Wen (Vicky)</cp:lastModifiedBy>
  <cp:revision>25</cp:revision>
  <cp:lastPrinted>2020-04-30T18:59:47Z</cp:lastPrinted>
  <dcterms:created xsi:type="dcterms:W3CDTF">2021-04-19T14:31:00Z</dcterms:created>
  <dcterms:modified xsi:type="dcterms:W3CDTF">2026-10-28T10:03:43Z</dcterms:modified>
  <cp:category>AMD Corporate Powerpoint 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ublisher">
    <vt:lpwstr>AMD Creative Studio</vt:lpwstr>
  </property>
  <property fmtid="{D5CDD505-2E9C-101B-9397-08002B2CF9AE}" pid="3" name="Date completed">
    <vt:lpwstr>April 30, 2020</vt:lpwstr>
  </property>
  <property fmtid="{D5CDD505-2E9C-101B-9397-08002B2CF9AE}" pid="4" name="MS_Version">
    <vt:lpwstr>1.0.0</vt:lpwstr>
  </property>
  <property fmtid="{D5CDD505-2E9C-101B-9397-08002B2CF9AE}" pid="5" name="TemplafyTimeStamp">
    <vt:lpwstr>2021-07-26T15:24:07</vt:lpwstr>
  </property>
  <property fmtid="{D5CDD505-2E9C-101B-9397-08002B2CF9AE}" pid="6" name="ClassificationContentMarkingHeaderLocations">
    <vt:lpwstr>AMD Corporate Template_Dark:6</vt:lpwstr>
  </property>
  <property fmtid="{D5CDD505-2E9C-101B-9397-08002B2CF9AE}" pid="7" name="ClassificationContentMarkingHeaderText">
    <vt:lpwstr>[Copyright &lt;Year&gt;]</vt:lpwstr>
  </property>
</Properties>
</file>